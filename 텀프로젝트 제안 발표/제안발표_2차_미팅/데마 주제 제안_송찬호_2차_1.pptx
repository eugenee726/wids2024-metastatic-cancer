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5" r:id="rId5"/>
    <p:sldId id="264" r:id="rId6"/>
    <p:sldId id="267" r:id="rId7"/>
    <p:sldId id="266" r:id="rId8"/>
    <p:sldId id="261" r:id="rId9"/>
    <p:sldId id="26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D75D1-EEBE-FEE8-E18A-D9F8824B9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CAAB36-B784-EAA0-B0EB-A9A5B8CC0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44D3EE-AF4D-712E-CC83-28221F0E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F0E481-C5D9-8811-AE2A-BB649310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240609-09C2-6C67-A30C-E3E02624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262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02665D-525E-D6DC-28D8-25710D03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789C3C-354E-6933-3EE2-D2719A9F7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01619B-89FD-99F3-AE1A-77A0581C6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4969F2-2B14-66EF-8549-C8ECD226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7EBFEA-48F9-864E-EA9F-6518CC38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52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1341C3-E18F-4601-008D-6B5B70AA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FDEE62-46B0-D90D-2A12-B2DD6AA56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ACC837-4303-E55A-003B-4F1D6C1D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D32215-928F-A872-3CF9-5CA72520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C771D4-2A94-5664-A37B-29A1DAC4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12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1ECAC-83E4-62EC-64B8-13FF4EEC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B6A904-507A-07AE-45A4-1273944D5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28200F-FAFE-4249-902C-D00C0AD7E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FBDFE1-77C1-E00A-D608-EA5885538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C18869-2646-1088-97B1-DA2ACF251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352D35-23F6-6046-C564-A3354CBC7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61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92849-DD00-4D84-81BF-D4BFB59A4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9410E4-AF00-AA08-D155-E1456DCCE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764536-B4B4-0F51-9FB6-89F604F6C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680118-C52A-C0FC-0760-EBB0A0AF3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2520AA7-7B5B-4A0F-7930-66B800007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99A3C9-75ED-2DEF-8A04-FCA71783B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E48EB2-868C-E096-D42C-F9ABE479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F78A40-D332-82C1-3485-8E349734F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63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E230B-66E7-E9A9-D86D-FE33C362A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FB68C6-CF4B-8C7A-3459-71BC86A2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C78ADC-A41D-4453-8CB0-CBD60526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5DACBA-F360-4BD4-749D-E99B9AC5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819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8317162-AF91-5EF2-F904-0737ECB0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BD5344-6553-FD01-FF53-5917099E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0561D3-9F95-B76A-7E81-CA50BB39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83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38094-6C2B-7ADC-2041-EBC4432A3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17047C-9781-2CE7-5CFC-A71A452E5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8CEC80-CBC3-CD74-A0FE-F2EEA47DF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7BDC23-F039-01EE-964D-FAF750B15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145D8D-E8BD-0301-F89C-0A9A8C7A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D73AC7-E3A1-F199-245F-B4B08C22D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52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0E7D4C-2393-C25B-C7BD-6504C08D3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22AA21-E03E-DE31-FD27-C928EC5BC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807F97-C359-0610-524A-2E18E966F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6C60DD-0F69-88C0-B8AC-D754F8A06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6B958D-9CB8-978B-A7EE-8D75FEEC2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F97D33-C9BF-743D-4B56-C18B3FE9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066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393AC-97A5-C173-24C8-18B5243B5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02908F-75D3-D847-7F6D-AF76912F4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14350-26CC-5326-6BC8-9F5D2B57C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D65AFE-F0D4-0F72-AD07-605174090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19AF10-D8B0-78BB-ABE1-CE5598DA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64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2896AC-89CC-6BB8-7B17-9495D12DBD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5D7992-6512-00EE-1D96-116C328AE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084D48-EB36-21CE-5B74-E0F3A0102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3978DD-6377-0815-1787-D50DD7CE1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7C2E1-1B19-D983-7DAC-BFA4776F1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58E626-1108-ACDD-2728-B254923F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D280C8-847D-25A2-F52C-0B0CAEDD0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E25B52-3B34-787C-5382-EF96BF4F9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DF1ADB-C3F4-2652-8B5E-905B9AF3C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2B60C5-8739-B044-CE47-AD0E77FBB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79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384E1-C4BF-A913-34EC-54F14A85D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176" y="541518"/>
            <a:ext cx="10150415" cy="2387600"/>
          </a:xfrm>
        </p:spPr>
        <p:txBody>
          <a:bodyPr/>
          <a:lstStyle/>
          <a:p>
            <a:r>
              <a:rPr lang="ko-KR" altLang="en-US"/>
              <a:t>데이터마이닝 </a:t>
            </a:r>
            <a:r>
              <a:rPr lang="en-US" altLang="ko-KR"/>
              <a:t>2</a:t>
            </a:r>
            <a:r>
              <a:rPr lang="ko-KR" altLang="en-US"/>
              <a:t>차 주제제안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9A72F8-1B7C-4FC8-9590-C68FEA159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데이터</a:t>
            </a:r>
            <a:r>
              <a:rPr lang="en-US" altLang="ko-KR"/>
              <a:t>, AI</a:t>
            </a:r>
            <a:r>
              <a:rPr lang="ko-KR" altLang="en-US"/>
              <a:t>를 활용한 물가예측 경진대회</a:t>
            </a:r>
          </a:p>
        </p:txBody>
      </p:sp>
    </p:spTree>
    <p:extLst>
      <p:ext uri="{BB962C8B-B14F-4D97-AF65-F5344CB8AC3E}">
        <p14:creationId xmlns:p14="http://schemas.microsoft.com/office/powerpoint/2010/main" val="3757985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F5E5449-747D-9BC4-5F02-76F5492E3198}"/>
              </a:ext>
            </a:extLst>
          </p:cNvPr>
          <p:cNvCxnSpPr>
            <a:cxnSpLocks/>
          </p:cNvCxnSpPr>
          <p:nvPr/>
        </p:nvCxnSpPr>
        <p:spPr>
          <a:xfrm>
            <a:off x="-57509" y="977660"/>
            <a:ext cx="1218624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A20BB7-FAF3-D5B0-FD74-DD6CFA69458F}"/>
              </a:ext>
            </a:extLst>
          </p:cNvPr>
          <p:cNvSpPr txBox="1"/>
          <p:nvPr/>
        </p:nvSpPr>
        <p:spPr>
          <a:xfrm>
            <a:off x="155275" y="310551"/>
            <a:ext cx="504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주제</a:t>
            </a:r>
            <a:r>
              <a:rPr lang="en-US" altLang="ko-KR"/>
              <a:t>1. </a:t>
            </a:r>
            <a:r>
              <a:rPr lang="ko-KR" altLang="en-US"/>
              <a:t>데이터</a:t>
            </a:r>
            <a:r>
              <a:rPr lang="en-US" altLang="ko-KR"/>
              <a:t>, AI</a:t>
            </a:r>
            <a:r>
              <a:rPr lang="ko-KR" altLang="en-US"/>
              <a:t>를 활용한 물가예측 경진대회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AD08C3-C6C8-1248-EF98-5C97B9E36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48" y="1300837"/>
            <a:ext cx="11386867" cy="212816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8AED000-FABC-E59D-4849-4509EF6B5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41" y="3750187"/>
            <a:ext cx="5516975" cy="254591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67A381A-1D2F-C9F1-4C1B-161858950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07813"/>
            <a:ext cx="12192000" cy="6423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BA625A2-ADCD-6C6D-1001-987435B2030B}"/>
              </a:ext>
            </a:extLst>
          </p:cNvPr>
          <p:cNvSpPr txBox="1"/>
          <p:nvPr/>
        </p:nvSpPr>
        <p:spPr>
          <a:xfrm>
            <a:off x="6521569" y="4031412"/>
            <a:ext cx="4733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-&gt; T+1,</a:t>
            </a:r>
            <a:r>
              <a:rPr lang="ko-KR" altLang="en-US"/>
              <a:t> </a:t>
            </a:r>
            <a:r>
              <a:rPr lang="en-US" altLang="ko-KR"/>
              <a:t>T+2 </a:t>
            </a:r>
            <a:r>
              <a:rPr lang="ko-KR" altLang="en-US"/>
              <a:t>순으로 예측하기 때문에 시계열 예측자료</a:t>
            </a:r>
          </a:p>
        </p:txBody>
      </p:sp>
    </p:spTree>
    <p:extLst>
      <p:ext uri="{BB962C8B-B14F-4D97-AF65-F5344CB8AC3E}">
        <p14:creationId xmlns:p14="http://schemas.microsoft.com/office/powerpoint/2010/main" val="418781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11D0-FCDA-AE46-B18A-28C0B7161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B8CDCBC-4159-2D86-6C48-2E423CD71450}"/>
              </a:ext>
            </a:extLst>
          </p:cNvPr>
          <p:cNvCxnSpPr>
            <a:cxnSpLocks/>
          </p:cNvCxnSpPr>
          <p:nvPr/>
        </p:nvCxnSpPr>
        <p:spPr>
          <a:xfrm>
            <a:off x="-57509" y="977660"/>
            <a:ext cx="1218624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DAEF0B2-C870-1491-E105-259F14098414}"/>
              </a:ext>
            </a:extLst>
          </p:cNvPr>
          <p:cNvSpPr txBox="1"/>
          <p:nvPr/>
        </p:nvSpPr>
        <p:spPr>
          <a:xfrm>
            <a:off x="155275" y="310551"/>
            <a:ext cx="5171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선정이유</a:t>
            </a:r>
            <a:r>
              <a:rPr lang="en-US" altLang="ko-KR"/>
              <a:t>1. </a:t>
            </a:r>
            <a:r>
              <a:rPr lang="ko-KR" altLang="en-US"/>
              <a:t>풍부한 데이터셋 및 코드 확인 가능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BBF3B1-F433-1539-3726-497A89D71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49" y="1143790"/>
            <a:ext cx="8045570" cy="35879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CA6515-2195-739E-E267-0146909E25A7}"/>
              </a:ext>
            </a:extLst>
          </p:cNvPr>
          <p:cNvSpPr txBox="1"/>
          <p:nvPr/>
        </p:nvSpPr>
        <p:spPr>
          <a:xfrm>
            <a:off x="8551193" y="1509957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3</a:t>
            </a:r>
            <a:r>
              <a:rPr lang="ko-KR" altLang="en-US"/>
              <a:t>백만개 전국도매 데이터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119C2A-5689-D78A-7A8B-1015F8A6B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993" y="5389734"/>
            <a:ext cx="5163271" cy="9812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19501B-AEC1-3AAF-0A2E-A62B6DAE7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4727" y="2780917"/>
            <a:ext cx="4164368" cy="38729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262819-2B48-FC9C-92AF-E0A3F7D0BE7D}"/>
              </a:ext>
            </a:extLst>
          </p:cNvPr>
          <p:cNvSpPr txBox="1"/>
          <p:nvPr/>
        </p:nvSpPr>
        <p:spPr>
          <a:xfrm>
            <a:off x="9983637" y="3640347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11</a:t>
            </a:r>
            <a:r>
              <a:rPr lang="ko-KR" altLang="en-US"/>
              <a:t>만개 </a:t>
            </a:r>
            <a:r>
              <a:rPr lang="en-US" altLang="ko-KR"/>
              <a:t>train set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504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69309-5BAF-C4BB-7645-47E8EE88F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C10B802-5B90-2DB2-6ABC-1AEC899B6318}"/>
              </a:ext>
            </a:extLst>
          </p:cNvPr>
          <p:cNvCxnSpPr>
            <a:cxnSpLocks/>
          </p:cNvCxnSpPr>
          <p:nvPr/>
        </p:nvCxnSpPr>
        <p:spPr>
          <a:xfrm>
            <a:off x="-57509" y="977660"/>
            <a:ext cx="1218624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A7C2A05-3969-07EC-76AE-049B886C57D1}"/>
              </a:ext>
            </a:extLst>
          </p:cNvPr>
          <p:cNvSpPr txBox="1"/>
          <p:nvPr/>
        </p:nvSpPr>
        <p:spPr>
          <a:xfrm>
            <a:off x="155275" y="310551"/>
            <a:ext cx="5171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선정이유</a:t>
            </a:r>
            <a:r>
              <a:rPr lang="en-US" altLang="ko-KR"/>
              <a:t>1. </a:t>
            </a:r>
            <a:r>
              <a:rPr lang="ko-KR" altLang="en-US"/>
              <a:t>풍부한 데이터셋 및 코드 확인 가능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1A4F4E-355B-D07C-F96A-1AB07F7C8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63" y="1223710"/>
            <a:ext cx="10253932" cy="327163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1D12360-FCCC-A176-6ADE-024061061FE8}"/>
              </a:ext>
            </a:extLst>
          </p:cNvPr>
          <p:cNvSpPr/>
          <p:nvPr/>
        </p:nvSpPr>
        <p:spPr>
          <a:xfrm>
            <a:off x="9316529" y="1390849"/>
            <a:ext cx="1443486" cy="5808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160E1-C9E7-AEC1-9917-E5CE9E106D2F}"/>
              </a:ext>
            </a:extLst>
          </p:cNvPr>
          <p:cNvSpPr txBox="1"/>
          <p:nvPr/>
        </p:nvSpPr>
        <p:spPr>
          <a:xfrm>
            <a:off x="9201509" y="1039044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코드 다운로드 가능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2BE7A-7B27-2906-92E9-CD2E69A5D0DF}"/>
              </a:ext>
            </a:extLst>
          </p:cNvPr>
          <p:cNvSpPr txBox="1"/>
          <p:nvPr/>
        </p:nvSpPr>
        <p:spPr>
          <a:xfrm>
            <a:off x="1667774" y="1681271"/>
            <a:ext cx="415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트랜스포머 기반으로 모델링 한 코드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E50A54-937D-2990-377A-3A23C25041CC}"/>
              </a:ext>
            </a:extLst>
          </p:cNvPr>
          <p:cNvSpPr txBox="1"/>
          <p:nvPr/>
        </p:nvSpPr>
        <p:spPr>
          <a:xfrm>
            <a:off x="155275" y="977660"/>
            <a:ext cx="883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https://dacon.io/competitions/official/236381/codeshare/11794?page=1&amp;dtype=recent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37BEFBA-7F73-C593-FEC9-BA6E178DB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43" y="4535122"/>
            <a:ext cx="6274279" cy="219833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1063B35-C047-07A9-730D-4423466F9854}"/>
              </a:ext>
            </a:extLst>
          </p:cNvPr>
          <p:cNvSpPr txBox="1"/>
          <p:nvPr/>
        </p:nvSpPr>
        <p:spPr>
          <a:xfrm>
            <a:off x="7291370" y="5083391"/>
            <a:ext cx="382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CNN+LSTM </a:t>
            </a:r>
            <a:r>
              <a:rPr lang="ko-KR" altLang="en-US"/>
              <a:t>기반으로 작성한 코드</a:t>
            </a:r>
          </a:p>
        </p:txBody>
      </p:sp>
    </p:spTree>
    <p:extLst>
      <p:ext uri="{BB962C8B-B14F-4D97-AF65-F5344CB8AC3E}">
        <p14:creationId xmlns:p14="http://schemas.microsoft.com/office/powerpoint/2010/main" val="393822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02E3A-B03D-1163-28CA-FE55AC255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518642-DBAD-E988-A9DC-73A692347CC7}"/>
              </a:ext>
            </a:extLst>
          </p:cNvPr>
          <p:cNvCxnSpPr>
            <a:cxnSpLocks/>
          </p:cNvCxnSpPr>
          <p:nvPr/>
        </p:nvCxnSpPr>
        <p:spPr>
          <a:xfrm>
            <a:off x="-57509" y="977660"/>
            <a:ext cx="1218624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C728F6D-726F-2559-1329-24B9E77DA787}"/>
              </a:ext>
            </a:extLst>
          </p:cNvPr>
          <p:cNvSpPr txBox="1"/>
          <p:nvPr/>
        </p:nvSpPr>
        <p:spPr>
          <a:xfrm>
            <a:off x="155275" y="310551"/>
            <a:ext cx="7479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선정이유</a:t>
            </a:r>
            <a:r>
              <a:rPr lang="en-US" altLang="ko-KR"/>
              <a:t>2. </a:t>
            </a:r>
            <a:r>
              <a:rPr lang="ko-KR" altLang="en-US"/>
              <a:t>농산물 가격예측을 통한 자영업자 및 개인 식단표 작성가능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70B071B-77C8-DDB3-E9DF-1C38739DB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795252"/>
            <a:ext cx="6760936" cy="31179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3B59C5-41DE-E4FE-B63C-AFC39D66016B}"/>
              </a:ext>
            </a:extLst>
          </p:cNvPr>
          <p:cNvSpPr txBox="1"/>
          <p:nvPr/>
        </p:nvSpPr>
        <p:spPr>
          <a:xfrm>
            <a:off x="523335" y="5412026"/>
            <a:ext cx="1114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-&gt; </a:t>
            </a:r>
            <a:r>
              <a:rPr lang="ko-KR" altLang="en-US"/>
              <a:t>식단을 구성할 때 가격을 고려해야만 하는데 미리 농산물 가격예측을 </a:t>
            </a:r>
            <a:r>
              <a:rPr lang="en-US" altLang="ko-KR"/>
              <a:t>D+3</a:t>
            </a:r>
            <a:r>
              <a:rPr lang="ko-KR" altLang="en-US"/>
              <a:t>일 이내의 가격을 예측할 수 있다면 경제적인 식단을 구성하는 데에 도움을 줄 수 있음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38CAC3-AD65-2FF9-59AB-D5FE4D538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563" y="1200946"/>
            <a:ext cx="7635208" cy="145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949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EFEBA-6D33-324C-0794-2C0BB03E6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7CF4635-0020-BC2B-6E9B-FFDD13F46D7E}"/>
              </a:ext>
            </a:extLst>
          </p:cNvPr>
          <p:cNvCxnSpPr>
            <a:cxnSpLocks/>
          </p:cNvCxnSpPr>
          <p:nvPr/>
        </p:nvCxnSpPr>
        <p:spPr>
          <a:xfrm>
            <a:off x="-57509" y="977660"/>
            <a:ext cx="1218624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D80BC3D-C160-DB0F-D19B-40602180F260}"/>
              </a:ext>
            </a:extLst>
          </p:cNvPr>
          <p:cNvSpPr txBox="1"/>
          <p:nvPr/>
        </p:nvSpPr>
        <p:spPr>
          <a:xfrm>
            <a:off x="155275" y="310551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선정이유</a:t>
            </a:r>
            <a:r>
              <a:rPr lang="en-US" altLang="ko-KR"/>
              <a:t>3. </a:t>
            </a:r>
            <a:r>
              <a:rPr lang="ko-KR" altLang="en-US"/>
              <a:t>타 팀과의 차별성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72C8F4-1D6B-4783-343F-44FF8F3AAFFC}"/>
              </a:ext>
            </a:extLst>
          </p:cNvPr>
          <p:cNvSpPr txBox="1"/>
          <p:nvPr/>
        </p:nvSpPr>
        <p:spPr>
          <a:xfrm>
            <a:off x="368060" y="1391729"/>
            <a:ext cx="9414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일반적으로 하는 것은 분류</a:t>
            </a:r>
            <a:r>
              <a:rPr lang="en-US" altLang="ko-KR"/>
              <a:t>, </a:t>
            </a:r>
            <a:r>
              <a:rPr lang="ko-KR" altLang="en-US"/>
              <a:t>회귀</a:t>
            </a:r>
            <a:r>
              <a:rPr lang="en-US" altLang="ko-KR"/>
              <a:t>,</a:t>
            </a:r>
            <a:r>
              <a:rPr lang="ko-KR" altLang="en-US"/>
              <a:t>최적입지와 같이 흔한 프로젝트만 준비할 것으로 판단됨</a:t>
            </a:r>
            <a:endParaRPr lang="en-US" altLang="ko-KR"/>
          </a:p>
          <a:p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D074D-88CC-BA92-ED40-9D7A87CFB42C}"/>
              </a:ext>
            </a:extLst>
          </p:cNvPr>
          <p:cNvSpPr txBox="1"/>
          <p:nvPr/>
        </p:nvSpPr>
        <p:spPr>
          <a:xfrm>
            <a:off x="462950" y="2173855"/>
            <a:ext cx="10659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-&gt; </a:t>
            </a:r>
            <a:r>
              <a:rPr lang="ko-KR" altLang="en-US"/>
              <a:t>시계열 데이터 예측을 통해 </a:t>
            </a:r>
            <a:r>
              <a:rPr lang="en-US" altLang="ko-KR"/>
              <a:t>RNN, LSTM, Transformer </a:t>
            </a:r>
            <a:r>
              <a:rPr lang="ko-KR" altLang="en-US"/>
              <a:t>등의 폭 넓은 기술셋으로 발전할 수 있음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3C86EC-D26C-1034-9CF7-2EBF2A94F092}"/>
              </a:ext>
            </a:extLst>
          </p:cNvPr>
          <p:cNvSpPr txBox="1"/>
          <p:nvPr/>
        </p:nvSpPr>
        <p:spPr>
          <a:xfrm>
            <a:off x="462949" y="3049588"/>
            <a:ext cx="11188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시계열 예측과 관련된 논문들도 많이 나와있는 상황이라서 레퍼런스로 관련 논문들 추가하면 교수님 </a:t>
            </a:r>
            <a:r>
              <a:rPr lang="en-US" altLang="ko-KR"/>
              <a:t>^.^</a:t>
            </a:r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4830791-C7EA-0A51-7CA4-53CE33A9A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592" y="3739381"/>
            <a:ext cx="4600574" cy="311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25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DA568-D535-BA60-B2DA-76FA00C82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D66C3B0-5E6E-CE41-5BE2-3DFD87C6FE3C}"/>
              </a:ext>
            </a:extLst>
          </p:cNvPr>
          <p:cNvCxnSpPr>
            <a:cxnSpLocks/>
          </p:cNvCxnSpPr>
          <p:nvPr/>
        </p:nvCxnSpPr>
        <p:spPr>
          <a:xfrm>
            <a:off x="-57509" y="977660"/>
            <a:ext cx="1218624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D48175B-BF30-4ED6-7140-75DBC5ACA18C}"/>
              </a:ext>
            </a:extLst>
          </p:cNvPr>
          <p:cNvSpPr txBox="1"/>
          <p:nvPr/>
        </p:nvSpPr>
        <p:spPr>
          <a:xfrm>
            <a:off x="155275" y="310551"/>
            <a:ext cx="296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개선 사항</a:t>
            </a:r>
            <a:r>
              <a:rPr lang="en-US" altLang="ko-KR"/>
              <a:t>1. EDA</a:t>
            </a:r>
            <a:r>
              <a:rPr lang="ko-KR" altLang="en-US"/>
              <a:t>자료 추가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C1DEE-F238-A46A-9EC8-E166EB472F31}"/>
              </a:ext>
            </a:extLst>
          </p:cNvPr>
          <p:cNvSpPr txBox="1"/>
          <p:nvPr/>
        </p:nvSpPr>
        <p:spPr>
          <a:xfrm>
            <a:off x="247290" y="1494743"/>
            <a:ext cx="8671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EDA</a:t>
            </a:r>
            <a:r>
              <a:rPr lang="ko-KR" altLang="en-US"/>
              <a:t>를 통해 데이터를 분석하고 이를 통해 데이터를 전터리를 진행한 흔적이 없음 </a:t>
            </a:r>
            <a:endParaRPr lang="en-US" altLang="ko-KR"/>
          </a:p>
          <a:p>
            <a:r>
              <a:rPr lang="en-US" altLang="ko-KR"/>
              <a:t>-&gt; </a:t>
            </a:r>
            <a:r>
              <a:rPr lang="ko-KR" altLang="en-US"/>
              <a:t>타 코드의 시각화를 보면서 보완 가능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EA49401-2EF2-A891-EE20-8B67F5AF1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2" y="2357352"/>
            <a:ext cx="10311442" cy="392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5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F605-F0C4-5824-6E68-ABEC14DC1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2660959-34B3-D635-65D1-82179CFFB683}"/>
              </a:ext>
            </a:extLst>
          </p:cNvPr>
          <p:cNvCxnSpPr>
            <a:cxnSpLocks/>
          </p:cNvCxnSpPr>
          <p:nvPr/>
        </p:nvCxnSpPr>
        <p:spPr>
          <a:xfrm>
            <a:off x="-57509" y="977660"/>
            <a:ext cx="1218624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1EFB362D-BEF1-3058-A02B-8C788ED11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92" y="1102428"/>
            <a:ext cx="10397706" cy="167579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054C525-4426-5608-06B9-04A368D9C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10" y="2902988"/>
            <a:ext cx="10569043" cy="3166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78D2A9-8877-C94A-095A-599D9C7A939F}"/>
              </a:ext>
            </a:extLst>
          </p:cNvPr>
          <p:cNvSpPr txBox="1"/>
          <p:nvPr/>
        </p:nvSpPr>
        <p:spPr>
          <a:xfrm>
            <a:off x="155275" y="310551"/>
            <a:ext cx="3496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개선 사항</a:t>
            </a:r>
            <a:r>
              <a:rPr lang="en-US" altLang="ko-KR"/>
              <a:t>2. GPT</a:t>
            </a:r>
            <a:r>
              <a:rPr lang="ko-KR" altLang="en-US"/>
              <a:t> 코드 개선사항 </a:t>
            </a:r>
          </a:p>
        </p:txBody>
      </p:sp>
    </p:spTree>
    <p:extLst>
      <p:ext uri="{BB962C8B-B14F-4D97-AF65-F5344CB8AC3E}">
        <p14:creationId xmlns:p14="http://schemas.microsoft.com/office/powerpoint/2010/main" val="2210097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98A5-124A-5A4C-2760-A324D2FE5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9131A2D-0A79-3485-28A6-29CF17EBFAB7}"/>
              </a:ext>
            </a:extLst>
          </p:cNvPr>
          <p:cNvCxnSpPr>
            <a:cxnSpLocks/>
          </p:cNvCxnSpPr>
          <p:nvPr/>
        </p:nvCxnSpPr>
        <p:spPr>
          <a:xfrm>
            <a:off x="-57509" y="977660"/>
            <a:ext cx="1218624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4AEB7C4-732B-D06B-0B1D-EB8542F5E329}"/>
              </a:ext>
            </a:extLst>
          </p:cNvPr>
          <p:cNvSpPr txBox="1"/>
          <p:nvPr/>
        </p:nvSpPr>
        <p:spPr>
          <a:xfrm>
            <a:off x="155275" y="310551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단점</a:t>
            </a:r>
            <a:r>
              <a:rPr lang="en-US" altLang="ko-KR"/>
              <a:t> </a:t>
            </a:r>
            <a:r>
              <a:rPr lang="ko-KR" altLang="en-US"/>
              <a:t>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616DC-471D-37B4-9510-1B583C5ED922}"/>
              </a:ext>
            </a:extLst>
          </p:cNvPr>
          <p:cNvSpPr txBox="1"/>
          <p:nvPr/>
        </p:nvSpPr>
        <p:spPr>
          <a:xfrm>
            <a:off x="207034" y="1304193"/>
            <a:ext cx="8582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우려되는 사항</a:t>
            </a:r>
            <a:r>
              <a:rPr lang="en-US" altLang="ko-KR"/>
              <a:t>1. </a:t>
            </a:r>
            <a:r>
              <a:rPr lang="ko-KR" altLang="en-US"/>
              <a:t>시계열 데이터에 대해서도 공부하나</a:t>
            </a:r>
            <a:r>
              <a:rPr lang="en-US" altLang="ko-KR"/>
              <a:t>? ( </a:t>
            </a:r>
            <a:r>
              <a:rPr lang="ko-KR" altLang="en-US"/>
              <a:t>수업과의 괴리성 발생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E27D7-7C7E-1134-FCE8-EC012259E9C8}"/>
              </a:ext>
            </a:extLst>
          </p:cNvPr>
          <p:cNvSpPr txBox="1"/>
          <p:nvPr/>
        </p:nvSpPr>
        <p:spPr>
          <a:xfrm>
            <a:off x="207034" y="3121944"/>
            <a:ext cx="825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-&gt; </a:t>
            </a:r>
            <a:r>
              <a:rPr lang="ko-KR" altLang="en-US"/>
              <a:t>시계열에 데이터 예측이라서 생소한 주제를 진행해야한다는 부담감 발생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EFAF7-3DC4-304F-821C-99D54B1E6450}"/>
              </a:ext>
            </a:extLst>
          </p:cNvPr>
          <p:cNvSpPr txBox="1"/>
          <p:nvPr/>
        </p:nvSpPr>
        <p:spPr>
          <a:xfrm>
            <a:off x="207034" y="1833998"/>
            <a:ext cx="9847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-&gt; CNN</a:t>
            </a:r>
            <a:r>
              <a:rPr lang="ko-KR" altLang="en-US"/>
              <a:t> </a:t>
            </a:r>
            <a:r>
              <a:rPr lang="en-US" altLang="ko-KR"/>
              <a:t>+ LSTM</a:t>
            </a:r>
            <a:r>
              <a:rPr lang="ko-KR" altLang="en-US"/>
              <a:t>과 같이 시계열 데이터에 대한 예측도 데마의 수업과정으로 볼 수 있을까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E6416-4D19-FD4B-7610-6C85131D8377}"/>
              </a:ext>
            </a:extLst>
          </p:cNvPr>
          <p:cNvSpPr txBox="1"/>
          <p:nvPr/>
        </p:nvSpPr>
        <p:spPr>
          <a:xfrm>
            <a:off x="207034" y="2592139"/>
            <a:ext cx="5551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우려되는 사항</a:t>
            </a:r>
            <a:r>
              <a:rPr lang="en-US" altLang="ko-KR"/>
              <a:t>2. </a:t>
            </a:r>
            <a:r>
              <a:rPr lang="ko-KR" altLang="en-US"/>
              <a:t>처음 해보는 시계열 예측 프로젝트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8D320C-72D7-3306-8A36-F2A52D8B420E}"/>
              </a:ext>
            </a:extLst>
          </p:cNvPr>
          <p:cNvSpPr txBox="1"/>
          <p:nvPr/>
        </p:nvSpPr>
        <p:spPr>
          <a:xfrm>
            <a:off x="207034" y="4633915"/>
            <a:ext cx="5674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-&gt;</a:t>
            </a:r>
            <a:r>
              <a:rPr lang="ko-KR" altLang="en-US"/>
              <a:t>해당 주제에 대해서는 </a:t>
            </a:r>
            <a:r>
              <a:rPr lang="en-US" altLang="ko-KR"/>
              <a:t>4</a:t>
            </a:r>
            <a:r>
              <a:rPr lang="ko-KR" altLang="en-US"/>
              <a:t>개의 코드만 공유되고 있음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428A70-6247-8DDE-7B5B-7F4349518586}"/>
              </a:ext>
            </a:extLst>
          </p:cNvPr>
          <p:cNvSpPr txBox="1"/>
          <p:nvPr/>
        </p:nvSpPr>
        <p:spPr>
          <a:xfrm>
            <a:off x="207034" y="4104110"/>
            <a:ext cx="5238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우려되는 사항</a:t>
            </a:r>
            <a:r>
              <a:rPr lang="en-US" altLang="ko-KR"/>
              <a:t>3. </a:t>
            </a:r>
            <a:r>
              <a:rPr lang="ko-KR" altLang="en-US"/>
              <a:t>공유되는 데이터셋이 많지 않음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5C59115-865A-9E40-DD5A-035CF0BE4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554" y="3651749"/>
            <a:ext cx="6343291" cy="19564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358F2E-F83B-49A2-809D-E41B59B79740}"/>
              </a:ext>
            </a:extLst>
          </p:cNvPr>
          <p:cNvSpPr txBox="1"/>
          <p:nvPr/>
        </p:nvSpPr>
        <p:spPr>
          <a:xfrm>
            <a:off x="207034" y="5878191"/>
            <a:ext cx="10730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-&gt; </a:t>
            </a:r>
            <a:r>
              <a:rPr lang="ko-KR" altLang="en-US"/>
              <a:t>데이터마이닝 과목에서 모델 성능 끌어올리는 것을 주 </a:t>
            </a:r>
            <a:r>
              <a:rPr lang="en-US" altLang="ko-KR"/>
              <a:t>task</a:t>
            </a:r>
            <a:r>
              <a:rPr lang="ko-KR" altLang="en-US"/>
              <a:t>로 생각해도 될까</a:t>
            </a:r>
            <a:r>
              <a:rPr lang="en-US" altLang="ko-KR"/>
              <a:t>?</a:t>
            </a:r>
            <a:r>
              <a:rPr lang="ko-KR" altLang="en-US"/>
              <a:t>에 대한 의문 발생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370954-A980-9A69-8771-A4A697DCB8FE}"/>
              </a:ext>
            </a:extLst>
          </p:cNvPr>
          <p:cNvSpPr txBox="1"/>
          <p:nvPr/>
        </p:nvSpPr>
        <p:spPr>
          <a:xfrm>
            <a:off x="207034" y="5348386"/>
            <a:ext cx="825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우려되는 사항</a:t>
            </a:r>
            <a:r>
              <a:rPr lang="en-US" altLang="ko-KR"/>
              <a:t>4. </a:t>
            </a:r>
            <a:r>
              <a:rPr lang="ko-KR" altLang="en-US"/>
              <a:t>데이터마이닝에서 모델 성능태스크에 집중할 수도 있을 듯</a:t>
            </a:r>
          </a:p>
        </p:txBody>
      </p:sp>
    </p:spTree>
    <p:extLst>
      <p:ext uri="{BB962C8B-B14F-4D97-AF65-F5344CB8AC3E}">
        <p14:creationId xmlns:p14="http://schemas.microsoft.com/office/powerpoint/2010/main" val="2121357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313</Words>
  <Application>Microsoft Office PowerPoint</Application>
  <PresentationFormat>와이드스크린</PresentationFormat>
  <Paragraphs>31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데이터마이닝 2차 주제제안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송찬호</dc:creator>
  <cp:lastModifiedBy>송찬호</cp:lastModifiedBy>
  <cp:revision>5</cp:revision>
  <dcterms:created xsi:type="dcterms:W3CDTF">2025-04-07T13:19:07Z</dcterms:created>
  <dcterms:modified xsi:type="dcterms:W3CDTF">2025-04-07T23:16:11Z</dcterms:modified>
</cp:coreProperties>
</file>