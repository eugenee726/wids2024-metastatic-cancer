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D75D1-EEBE-FEE8-E18A-D9F8824B9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CAAB36-B784-EAA0-B0EB-A9A5B8CC0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4D3EE-AF4D-712E-CC83-28221F0E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0E481-C5D9-8811-AE2A-BB649310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40609-09C2-6C67-A30C-E3E02624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26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2665D-525E-D6DC-28D8-25710D03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89C3C-354E-6933-3EE2-D2719A9F7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1619B-89FD-99F3-AE1A-77A0581C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4969F2-2B14-66EF-8549-C8ECD226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EBFEA-48F9-864E-EA9F-6518CC38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52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341C3-E18F-4601-008D-6B5B70AA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DEE62-46B0-D90D-2A12-B2DD6AA56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CC837-4303-E55A-003B-4F1D6C1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32215-928F-A872-3CF9-5CA72520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C771D4-2A94-5664-A37B-29A1DAC4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12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1ECAC-83E4-62EC-64B8-13FF4EEC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B6A904-507A-07AE-45A4-1273944D5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28200F-FAFE-4249-902C-D00C0AD7E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FBDFE1-77C1-E00A-D608-EA588553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8869-2646-1088-97B1-DA2ACF25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352D35-23F6-6046-C564-A3354CBC7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61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92849-DD00-4D84-81BF-D4BFB59A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9410E4-AF00-AA08-D155-E1456DCCE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764536-B4B4-0F51-9FB6-89F604F6C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680118-C52A-C0FC-0760-EBB0A0AF3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520AA7-7B5B-4A0F-7930-66B800007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99A3C9-75ED-2DEF-8A04-FCA71783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E48EB2-868C-E096-D42C-F9ABE479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F78A40-D332-82C1-3485-8E349734F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3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E230B-66E7-E9A9-D86D-FE33C362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FB68C6-CF4B-8C7A-3459-71BC86A2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C78ADC-A41D-4453-8CB0-CBD60526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5DACBA-F360-4BD4-749D-E99B9AC5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1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8317162-AF91-5EF2-F904-0737ECB0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BD5344-6553-FD01-FF53-5917099E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561D3-9F95-B76A-7E81-CA50BB39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83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38094-6C2B-7ADC-2041-EBC4432A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17047C-9781-2CE7-5CFC-A71A452E5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8CEC80-CBC3-CD74-A0FE-F2EEA47DF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7BDC23-F039-01EE-964D-FAF750B1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145D8D-E8BD-0301-F89C-0A9A8C7A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D73AC7-E3A1-F199-245F-B4B08C22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52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E7D4C-2393-C25B-C7BD-6504C08D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22AA21-E03E-DE31-FD27-C928EC5BC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807F97-C359-0610-524A-2E18E966F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6C60DD-0F69-88C0-B8AC-D754F8A0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6B958D-9CB8-978B-A7EE-8D75FEEC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F97D33-C9BF-743D-4B56-C18B3FE9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06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393AC-97A5-C173-24C8-18B5243B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02908F-75D3-D847-7F6D-AF76912F4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14350-26CC-5326-6BC8-9F5D2B57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65AFE-F0D4-0F72-AD07-60517409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9AF10-D8B0-78BB-ABE1-CE5598DA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64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2896AC-89CC-6BB8-7B17-9495D12DBD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5D7992-6512-00EE-1D96-116C328AE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084D48-EB36-21CE-5B74-E0F3A010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3978DD-6377-0815-1787-D50DD7CE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7C2E1-1B19-D983-7DAC-BFA4776F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58E626-1108-ACDD-2728-B254923F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D280C8-847D-25A2-F52C-0B0CAEDD0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E25B52-3B34-787C-5382-EF96BF4F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DE27B-A497-41F7-AB17-30A2EBF569C1}" type="datetimeFigureOut">
              <a:rPr lang="ko-KR" altLang="en-US" smtClean="0"/>
              <a:t>2025-04-08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DF1ADB-C3F4-2652-8B5E-905B9AF3C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2B60C5-8739-B044-CE47-AD0E77FBB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8B0B3-A8D6-44FE-97FB-EA3157E6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79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84E1-C4BF-A913-34EC-54F14A85D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134" y="541518"/>
            <a:ext cx="10150415" cy="2387600"/>
          </a:xfrm>
        </p:spPr>
        <p:txBody>
          <a:bodyPr/>
          <a:lstStyle/>
          <a:p>
            <a:r>
              <a:rPr lang="ko-KR" altLang="en-US"/>
              <a:t>데이터마이닝 </a:t>
            </a:r>
            <a:r>
              <a:rPr lang="en-US" altLang="ko-KR"/>
              <a:t>2</a:t>
            </a:r>
            <a:r>
              <a:rPr lang="ko-KR" altLang="en-US"/>
              <a:t>차 주제제안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9A72F8-1B7C-4FC8-9590-C68FEA159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8687" y="3694053"/>
            <a:ext cx="9144000" cy="1655762"/>
          </a:xfrm>
        </p:spPr>
        <p:txBody>
          <a:bodyPr/>
          <a:lstStyle/>
          <a:p>
            <a:r>
              <a:rPr lang="ko-KR" altLang="en-US" b="0" i="0">
                <a:solidFill>
                  <a:srgbClr val="3C4043"/>
                </a:solidFill>
                <a:effectLst/>
                <a:latin typeface="Inter"/>
              </a:rPr>
              <a:t>사회적 요인에 의한 암 조기 발견 예측 모델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98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F5E5449-747D-9BC4-5F02-76F5492E3198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A20BB7-FAF3-D5B0-FD74-DD6CFA69458F}"/>
              </a:ext>
            </a:extLst>
          </p:cNvPr>
          <p:cNvSpPr txBox="1"/>
          <p:nvPr/>
        </p:nvSpPr>
        <p:spPr>
          <a:xfrm>
            <a:off x="155275" y="310551"/>
            <a:ext cx="481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주제</a:t>
            </a:r>
            <a:r>
              <a:rPr lang="en-US" altLang="ko-KR"/>
              <a:t>. </a:t>
            </a:r>
            <a:r>
              <a:rPr lang="ko-KR" altLang="en-US"/>
              <a:t>사회적 요인들에 따른 질병 조기 발견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46DCB4-8DC8-BEDD-5E09-EF148D07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60" y="1589773"/>
            <a:ext cx="12192000" cy="9064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95420E-9D0F-B4AE-D3DD-A77BB3FF2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9" y="2697869"/>
            <a:ext cx="9943382" cy="14622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1A0F45-31E0-2E4A-EC0D-2575346A8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217" y="4161994"/>
            <a:ext cx="3845147" cy="22124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F64195-7719-F866-4F24-AFFE6EB4278B}"/>
              </a:ext>
            </a:extLst>
          </p:cNvPr>
          <p:cNvSpPr txBox="1"/>
          <p:nvPr/>
        </p:nvSpPr>
        <p:spPr>
          <a:xfrm>
            <a:off x="7228936" y="4876800"/>
            <a:ext cx="275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명확히 이해되지는 않음</a:t>
            </a:r>
            <a:r>
              <a:rPr lang="en-US" altLang="ko-KR"/>
              <a:t>..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1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11D0-FCDA-AE46-B18A-28C0B716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B8CDCBC-4159-2D86-6C48-2E423CD71450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E2F037-2155-88AB-E1E7-EE0476061910}"/>
              </a:ext>
            </a:extLst>
          </p:cNvPr>
          <p:cNvSpPr txBox="1"/>
          <p:nvPr/>
        </p:nvSpPr>
        <p:spPr>
          <a:xfrm>
            <a:off x="155275" y="310551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선정이유</a:t>
            </a:r>
            <a:r>
              <a:rPr lang="en-US" altLang="ko-KR"/>
              <a:t>1. </a:t>
            </a:r>
            <a:r>
              <a:rPr lang="ko-KR" altLang="en-US"/>
              <a:t>다양한 데이터셋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689540-E22E-6EFB-B81E-79F380269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13" y="1022488"/>
            <a:ext cx="7206902" cy="4335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733401-4F3D-9C81-67BC-C19472AAB83A}"/>
              </a:ext>
            </a:extLst>
          </p:cNvPr>
          <p:cNvSpPr txBox="1"/>
          <p:nvPr/>
        </p:nvSpPr>
        <p:spPr>
          <a:xfrm>
            <a:off x="856890" y="5880340"/>
            <a:ext cx="9696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/>
              <a:t> </a:t>
            </a:r>
            <a:r>
              <a:rPr lang="ko-KR" altLang="en-US"/>
              <a:t>다양한 경우의 수를 설정해서 모델의 성능을 향상시킬 수 있을 것으로 판단할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55450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C61A7E5-1FA2-9202-F50B-1783F16E1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11" y="2017929"/>
            <a:ext cx="7668023" cy="4426005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9ABF4E2-463B-B8BA-B500-004A17B74259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8316EA-AAB5-92B3-7BB6-8BEC2B475FB2}"/>
              </a:ext>
            </a:extLst>
          </p:cNvPr>
          <p:cNvSpPr txBox="1"/>
          <p:nvPr/>
        </p:nvSpPr>
        <p:spPr>
          <a:xfrm>
            <a:off x="422692" y="1240606"/>
            <a:ext cx="7950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</a:t>
            </a:r>
            <a:r>
              <a:rPr lang="ko-KR" altLang="en-US"/>
              <a:t>등 팀의 경우</a:t>
            </a:r>
            <a:r>
              <a:rPr lang="en-US" altLang="ko-KR"/>
              <a:t>, </a:t>
            </a:r>
            <a:r>
              <a:rPr lang="ko-KR" altLang="en-US"/>
              <a:t>환경 오염 데이터와의 연관성을 통해 높은 점수를 기록</a:t>
            </a:r>
            <a:endParaRPr lang="en-US" altLang="ko-KR"/>
          </a:p>
          <a:p>
            <a:r>
              <a:rPr lang="en-US" altLang="ko-KR"/>
              <a:t>-&gt; income</a:t>
            </a:r>
            <a:r>
              <a:rPr lang="ko-KR" altLang="en-US"/>
              <a:t>과 같은 다른 정보를 활용하면 더 나은 결과를 얻을지도</a:t>
            </a:r>
            <a:r>
              <a:rPr lang="en-US" altLang="ko-KR"/>
              <a:t>? .. </a:t>
            </a:r>
            <a:r>
              <a:rPr lang="ko-KR" altLang="en-US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EA757-8BAE-68D7-94DF-8B4D1D4CFC9A}"/>
              </a:ext>
            </a:extLst>
          </p:cNvPr>
          <p:cNvSpPr txBox="1"/>
          <p:nvPr/>
        </p:nvSpPr>
        <p:spPr>
          <a:xfrm>
            <a:off x="155275" y="310551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선정이유</a:t>
            </a:r>
            <a:r>
              <a:rPr lang="en-US" altLang="ko-KR"/>
              <a:t>1. </a:t>
            </a:r>
            <a:r>
              <a:rPr lang="ko-KR" altLang="en-US"/>
              <a:t>다양한 데이터셋</a:t>
            </a:r>
          </a:p>
        </p:txBody>
      </p:sp>
    </p:spTree>
    <p:extLst>
      <p:ext uri="{BB962C8B-B14F-4D97-AF65-F5344CB8AC3E}">
        <p14:creationId xmlns:p14="http://schemas.microsoft.com/office/powerpoint/2010/main" val="390254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A0FB-6F9B-537E-74E8-7A959D9D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166F0DB-A724-2EC6-AA46-138217B823CC}"/>
              </a:ext>
            </a:extLst>
          </p:cNvPr>
          <p:cNvCxnSpPr>
            <a:cxnSpLocks/>
          </p:cNvCxnSpPr>
          <p:nvPr/>
        </p:nvCxnSpPr>
        <p:spPr>
          <a:xfrm>
            <a:off x="-57509" y="977660"/>
            <a:ext cx="1218624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4D6DD9-1FFA-987A-A82B-DD99A680DDA8}"/>
              </a:ext>
            </a:extLst>
          </p:cNvPr>
          <p:cNvSpPr txBox="1"/>
          <p:nvPr/>
        </p:nvSpPr>
        <p:spPr>
          <a:xfrm>
            <a:off x="155275" y="310551"/>
            <a:ext cx="6705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선정이유</a:t>
            </a:r>
            <a:r>
              <a:rPr lang="en-US" altLang="ko-KR"/>
              <a:t>2. </a:t>
            </a:r>
            <a:r>
              <a:rPr lang="ko-KR" altLang="en-US"/>
              <a:t>수상작 코드외에도 다양한 레퍼런스 코드 확인가능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8E9AF03-452B-C48F-8F23-3349D4B7B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49" y="1200192"/>
            <a:ext cx="8005313" cy="2906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8CC131-D526-85D1-EE21-A5680A374451}"/>
              </a:ext>
            </a:extLst>
          </p:cNvPr>
          <p:cNvSpPr txBox="1"/>
          <p:nvPr/>
        </p:nvSpPr>
        <p:spPr>
          <a:xfrm>
            <a:off x="563592" y="4963064"/>
            <a:ext cx="3751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/>
              <a:t>1</a:t>
            </a:r>
            <a:r>
              <a:rPr lang="ko-KR" altLang="en-US"/>
              <a:t>등 코드가 </a:t>
            </a:r>
            <a:r>
              <a:rPr lang="en-US" altLang="ko-KR"/>
              <a:t>0.802</a:t>
            </a:r>
            <a:r>
              <a:rPr lang="ko-KR" altLang="en-US"/>
              <a:t>를 기록하였음 </a:t>
            </a: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/>
              <a:t>0.812</a:t>
            </a:r>
            <a:r>
              <a:rPr lang="ko-KR" altLang="en-US"/>
              <a:t>의 코드를 확인할 수 있음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C50DB-17D8-0A49-6DE1-05DB8F5AA9E4}"/>
              </a:ext>
            </a:extLst>
          </p:cNvPr>
          <p:cNvSpPr txBox="1"/>
          <p:nvPr/>
        </p:nvSpPr>
        <p:spPr>
          <a:xfrm>
            <a:off x="974785" y="4329595"/>
            <a:ext cx="6124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https://www.kaggle.com/code/tomy4reel/1st-place-wids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4A7F2C-CAC1-D319-EB26-3FFE6029E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460" y="4963064"/>
            <a:ext cx="3398922" cy="15128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60A237-1389-D06D-052A-A47DECC57461}"/>
              </a:ext>
            </a:extLst>
          </p:cNvPr>
          <p:cNvSpPr txBox="1"/>
          <p:nvPr/>
        </p:nvSpPr>
        <p:spPr>
          <a:xfrm>
            <a:off x="8544170" y="4778398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/>
              <a:t> </a:t>
            </a:r>
            <a:r>
              <a:rPr lang="ko-KR" altLang="en-US"/>
              <a:t>무슨 소리지</a:t>
            </a:r>
            <a:r>
              <a:rPr lang="en-US" altLang="ko-KR"/>
              <a:t>?..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2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112</Words>
  <Application>Microsoft Office PowerPoint</Application>
  <PresentationFormat>와이드스크린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Inter</vt:lpstr>
      <vt:lpstr>맑은 고딕</vt:lpstr>
      <vt:lpstr>Arial</vt:lpstr>
      <vt:lpstr>Wingdings</vt:lpstr>
      <vt:lpstr>Office 테마</vt:lpstr>
      <vt:lpstr>데이터마이닝 2차 주제제안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송찬호</dc:creator>
  <cp:lastModifiedBy>송찬호</cp:lastModifiedBy>
  <cp:revision>14</cp:revision>
  <dcterms:created xsi:type="dcterms:W3CDTF">2025-04-07T13:19:07Z</dcterms:created>
  <dcterms:modified xsi:type="dcterms:W3CDTF">2025-04-08T01:03:39Z</dcterms:modified>
</cp:coreProperties>
</file>