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1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71" r:id="rId9"/>
    <p:sldId id="270" r:id="rId10"/>
    <p:sldId id="260" r:id="rId11"/>
    <p:sldId id="261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유진" initials="박" lastIdx="1" clrIdx="0">
    <p:extLst>
      <p:ext uri="{19B8F6BF-5375-455C-9EA6-DF929625EA0E}">
        <p15:presenceInfo xmlns:p15="http://schemas.microsoft.com/office/powerpoint/2012/main" userId="박유진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EAFE-BEA4-4E70-BA63-7F677B78F4F3}" v="1349" dt="2025-04-01T07:48:38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94660"/>
  </p:normalViewPr>
  <p:slideViewPr>
    <p:cSldViewPr snapToGrid="0">
      <p:cViewPr>
        <p:scale>
          <a:sx n="56" d="100"/>
          <a:sy n="56" d="100"/>
        </p:scale>
        <p:origin x="34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31T23:14:27.761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1:28.10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 43 13571 0 0,'-12'-6'3939'0'0,"7"2"-3447"0"0,18 2-2182 0 0,-8 2 1883 0 0,233-9 2253 0 0,163 17-2446 0 0,398 10 918 0 0,2-36 163 0 0,-661 14-1307 0 0,49-1 248 0 0,721-11 84 0 0,-478 11 134 0 0,186 5 26 0 0,-186 14 264 0 0,373 25 1316 0 0,-734-32-1627 0 0,36 3 1231 0 0,30-4-1450 0 0,-128-8 532 0 0,-10-3-63 0 0,0 5-458 0 0,1 0-1 0 0,0 0 1 0 0,0-1-1 0 0,0 1 1 0 0,0 0-1 0 0,0 0 1 0 0,0 0-1 0 0,0 0 1 0 0,0 0-1 0 0,0 0 1 0 0,-1 0-1 0 0,1 0 1 0 0,0 0-1 0 0,0-1 1 0 0,0 1-1 0 0,0 0 1 0 0,0 0-1 0 0,0 0 0 0 0,0 0 1 0 0,0 0-1 0 0,0 0 1 0 0,0 0-1 0 0,0-1 1 0 0,0 1-1 0 0,0 0 1 0 0,0 0-1 0 0,0 0 1 0 0,0 0-1 0 0,0 0 1 0 0,0 0-1 0 0,0 0 1 0 0,0-1-1 0 0,0 1 1 0 0,0 0-1 0 0,0 0 1 0 0,0 0-1 0 0,0 0 1 0 0,1 0-1 0 0,-1 0 0 0 0,0 0 1 0 0,0-1-1 0 0,0 1 1 0 0,0 0-1 0 0,0 0 1 0 0,0 0-1 0 0,0 0 1 0 0,0 0-1 0 0,0 0 1 0 0,0 0-1 0 0,1 0 1 0 0,-1 0-1 0 0,0 0 1 0 0,0 0-1 0 0,0 0 1 0 0,0 0-1 0 0,0 0 1 0 0,0 0-1 0 0,1 0 1 0 0,-1 0-1 0 0,0 0 1 0 0,0 0-1 0 0,0 0 0 0 0,0 0 1 0 0,0 0-1 0 0,0 0 1 0 0,0 0-1 0 0,1 0 1 0 0,-1 0-1 0 0,0 0 1 0 0,0 0-11 0 0,-51-16-19595 0 0,35 9 12412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1:30.33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86 11666 0 0,'4'2'201'0'0,"0"-1"-1"0"0,-1 0 0 0 0,1 1 1 0 0,0-1-1 0 0,0 0 0 0 0,0-1 0 0 0,0 1 1 0 0,0-1-1 0 0,1 0 0 0 0,-1 0 0 0 0,0 0 1 0 0,0 0-1 0 0,3-1-200 0 0,80-10 1752 0 0,-57 7-908 0 0,123-7 335 0 0,0 6 0 0 0,34 8-1179 0 0,-2-1 834 0 0,639 2 777 0 0,-532-7-978 0 0,117-22-633 0 0,424-16 1260 0 0,-743 39-1153 0 0,1445 24 1439 0 0,-1386-13-1321 0 0,159 4 430 0 0,-301-13-2478 0 0,-17-1-7052 0 0,-3 0 270 0 0,5-1 2205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1:38.9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17 9962 0 0,'-4'-6'5022'0'0,"4"3"-3292"0"0,7 5-3508 0 0,10 4 1066 0 0,10-4 708 0 0,-1 0-1 0 0,1-2 1 0 0,0 0-1 0 0,26-5 5 0 0,11 0 101 0 0,685 3 1434 0 0,-159 7 1658 0 0,-37-9-2733 0 0,104-3-173 0 0,-85 6-20 0 0,-149 3 902 0 0,559-5-646 0 0,-645 8 1000 0 0,-319-5-1007 0 0,-24 0-3229 0 0,-32-3-10652 0 0,27 1 6519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19:03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9898 0 0,'7'9'6055'0'0,"3"21"-3636"0"0,-8-21-1470 0 0,2 1-578 0 0,-1 0-1 0 0,2 0 0 0 0,-1 0 1 0 0,1-1-1 0 0,1 1 0 0 0,-1-1 1 0 0,2-1-1 0 0,4 7-370 0 0,-9-13 23 0 0,0 0 0 0 0,0 0 1 0 0,0 0-1 0 0,0-1 0 0 0,0 1 0 0 0,1 0 0 0 0,-1-1 0 0 0,0 0 1 0 0,1 1-1 0 0,-1-1 0 0 0,1 0 0 0 0,-1 0 0 0 0,1-1 1 0 0,0 1-1 0 0,-1 0 0 0 0,1-1 0 0 0,0 0 0 0 0,0 1 1 0 0,-1-1-1 0 0,1 0 0 0 0,0 0 0 0 0,0-1 0 0 0,-1 1 1 0 0,1-1-1 0 0,0 1 0 0 0,-1-1 0 0 0,1 0 0 0 0,0 0 0 0 0,-1 0 1 0 0,1 0-1 0 0,-1 0 0 0 0,0-1 0 0 0,1 1 0 0 0,-1-1 1 0 0,1-1-24 0 0,70-55 489 0 0,-50 38-138 0 0,0 1 0 0 0,1 2 1 0 0,14-8-352 0 0,-36 23 24 0 0,0 1-1 0 0,0 0 1 0 0,0 1 0 0 0,1-1 0 0 0,-1 0 0 0 0,0 1 0 0 0,0-1 0 0 0,1 1 0 0 0,-1-1 0 0 0,0 1 0 0 0,1 0-1 0 0,-1 0 1 0 0,0 0 0 0 0,1 1 0 0 0,-1-1 0 0 0,0 0 0 0 0,0 1 0 0 0,1 0 0 0 0,-1-1 0 0 0,0 1-1 0 0,0 0 1 0 0,0 0 0 0 0,0 0 0 0 0,0 0 0 0 0,0 1 0 0 0,0-1 0 0 0,0 1-24 0 0,8 5 123 0 0,-1 2 0 0 0,-1-1-1 0 0,1 2 1 0 0,-2-1 0 0 0,2 2-123 0 0,-4-3 58 0 0,1-1 0 0 0,0 0 0 0 0,0-1 0 0 0,1 0 0 0 0,-1 0 0 0 0,7 5-58 0 0,-9-9 25 0 0,-1 0 0 0 0,1-1 0 0 0,0 1 0 0 0,0-1 1 0 0,0 0-1 0 0,0 0 0 0 0,0 0 0 0 0,0 0 0 0 0,0-1 1 0 0,0 1-1 0 0,0-1 0 0 0,0 0 0 0 0,0 0 0 0 0,0-1 1 0 0,0 1-1 0 0,0-1 0 0 0,0 0 0 0 0,0 0 0 0 0,2-1-25 0 0,6-3 51 0 0,1-1-1 0 0,-1-1 1 0 0,-1 0-1 0 0,1-1 0 0 0,2-2-50 0 0,-2 2 38 0 0,0-1-1 0 0,1 2 0 0 0,-1 0 0 0 0,14-5-37 0 0,-22 10 10 0 0,0 1 0 0 0,1 0 0 0 0,-1 0 0 0 0,1 0 0 0 0,-1 0 0 0 0,1 1 0 0 0,0 0 0 0 0,-1 0 0 0 0,1 0 0 0 0,0 0 0 0 0,-1 1 0 0 0,1-1 0 0 0,-1 1 0 0 0,1 1 0 0 0,-1-1 0 0 0,1 1 0 0 0,2 1-10 0 0,54 29 222 0 0,-45-22-160 0 0,0-2 0 0 0,0 0 1 0 0,1 0-1 0 0,14 3-62 0 0,-25-9 22 0 0,1-1 0 0 0,0 0 1 0 0,-1 0-1 0 0,1 0 0 0 0,0-1 1 0 0,0 0-1 0 0,-1 0 0 0 0,1-1 1 0 0,0 0-1 0 0,0 0 0 0 0,-1-1 1 0 0,1 0-1 0 0,-1 0 0 0 0,1 0 1 0 0,0-1-23 0 0,60-30 129 0 0,-45 21-91 0 0,1 1 1 0 0,0 0-1 0 0,0 2 1 0 0,1 1-1 0 0,18-4-38 0 0,-37 12 11 0 0,0-1 0 0 0,1 1 1 0 0,-1 0-1 0 0,0 0 0 0 0,0 1 0 0 0,0-1 0 0 0,0 1 0 0 0,0 0 0 0 0,0 1 1 0 0,0-1-1 0 0,0 1 0 0 0,1 0-11 0 0,55 32 264 0 0,-51-27-218 0 0,1 0 0 0 0,-1-1-1 0 0,1 0 1 0 0,1-1 0 0 0,-1 0-1 0 0,9 1-45 0 0,-13-4 15 0 0,-1-1-1 0 0,0-1 0 0 0,0 1 1 0 0,0-1-1 0 0,1 0 0 0 0,-1 0 1 0 0,0-1-1 0 0,0 0 0 0 0,0 0 1 0 0,0-1-1 0 0,0 1 0 0 0,6-3-14 0 0,3-3 34 0 0,1-1-1 0 0,-2 0 1 0 0,14-10-34 0 0,-18 11 4 0 0,1-1 0 0 0,0 2 1 0 0,0 0-1 0 0,1 0 0 0 0,-1 1 0 0 0,1 1 1 0 0,0 0-1 0 0,3 0-4 0 0,-7 2 8 0 0,-1 2 0 0 0,1-1 0 0 0,0 1 0 0 0,-1 0 0 0 0,1 1 0 0 0,0 0 0 0 0,-1 0 0 0 0,1 1 0 0 0,4 1-8 0 0,63 27 153 0 0,-57-22-109 0 0,0 0-1 0 0,1-1 1 0 0,16 4-44 0 0,-21-9 26 0 0,-1 0 1 0 0,0-1-1 0 0,1 0 1 0 0,-1-1-1 0 0,0 0 0 0 0,1-1 1 0 0,-1-1-1 0 0,0 0 1 0 0,0-1-1 0 0,8-3-26 0 0,2-1 22 0 0,0-2 0 0 0,-1-1 1 0 0,0-1-1 0 0,0-1 0 0 0,6-5-22 0 0,-23 14 2 0 0,-1 0 0 0 0,2 0 1 0 0,-1 1-1 0 0,0 0 0 0 0,0 0 1 0 0,1 0-1 0 0,-1 0 0 0 0,1 1 1 0 0,-1 0-1 0 0,1 0 0 0 0,0 0 1 0 0,0 1-1 0 0,-1 0 0 0 0,7 1-2 0 0,-5 0 1 0 0,0 1 0 0 0,0 0 0 0 0,0 0 0 0 0,0 0 0 0 0,0 1 0 0 0,0 0 0 0 0,0 1 0 0 0,-1 0 0 0 0,0 0 0 0 0,1 0-1 0 0,-1 1 0 0 0,7 5 25 0 0,0-2 0 0 0,0 1 0 0 0,1-1-1 0 0,0-1 1 0 0,1-1 0 0 0,-1 0-1 0 0,1-1 1 0 0,0 0 0 0 0,2-1-25 0 0,-7-2 16 0 0,0 0 0 0 0,1-1 1 0 0,-1-1-1 0 0,1 0 0 0 0,-1 0 1 0 0,0-1-1 0 0,1 0 0 0 0,-1-1 1 0 0,0 0-1 0 0,1 0 0 0 0,-1-1 1 0 0,-1-1-1 0 0,1 0 0 0 0,1-1-16 0 0,45-27 37 0 0,-41 23 0 0 0,-1 0-1 0 0,2 1 0 0 0,11-5-36 0 0,-21 11-4 0 0,0 0-1 0 0,0 1 1 0 0,0 0-1 0 0,0-1 1 0 0,0 2-1 0 0,1-1 1 0 0,-1 1-1 0 0,0 0 1 0 0,0 0-1 0 0,0 1 1 0 0,0 0-1 0 0,4 1 5 0 0,10 3 46 0 0,0 1 0 0 0,-1 2 0 0 0,4 2-46 0 0,-6-3 16 0 0,0 0-1 0 0,1-1 1 0 0,7 1-16 0 0,-18-5 2 0 0,0-1 0 0 0,1 0 0 0 0,-1-1 0 0 0,0 0 0 0 0,0 0 0 0 0,0 0 0 0 0,1-1 0 0 0,-1 0 1 0 0,0 0-1 0 0,6-3-2 0 0,4-2 2 0 0,-1-1 0 0 0,0 0-1 0 0,6-5-1 0 0,-11 5 8 0 0,1 1 0 0 0,0 1 0 0 0,0-1-1 0 0,0 2 1 0 0,1 0 0 0 0,4-1-8 0 0,-13 5-3 0 0,0-1 0 0 0,0 1 0 0 0,1 0 0 0 0,-1 0-1 0 0,0 0 1 0 0,0 1 0 0 0,0-1 0 0 0,0 1 0 0 0,0 0 0 0 0,0 0 0 0 0,0 1 0 0 0,0-1 0 0 0,0 1-1 0 0,0 0 1 0 0,-1 0 0 0 0,1 0 0 0 0,-1 0 0 0 0,1 1 0 0 0,-1-1 0 0 0,0 1 0 0 0,0 0 0 0 0,1 1 3 0 0,11 12-1 0 0,1-1-1 0 0,1-1 1 0 0,0 0 0 0 0,1-1 0 0 0,7 4 1 0 0,-18-13 7 0 0,0-1 0 0 0,0 0 0 0 0,1 0 0 0 0,-1 0 0 0 0,0-1 0 0 0,1 0 0 0 0,0-1 0 0 0,-1 1 0 0 0,1-2 0 0 0,0 1 0 0 0,0-1 0 0 0,-1 0 0 0 0,1 0 0 0 0,0-1 0 0 0,0 0 0 0 0,-1-1 0 0 0,2 0-7 0 0,8-3 8 0 0,0-2 1 0 0,0 1-1 0 0,-1-2 0 0 0,0 0 1 0 0,0-1-1 0 0,-1-1 0 0 0,0 0 1 0 0,3-4-9 0 0,-15 11-1 0 0,1 1 0 0 0,-1-1 0 0 0,1 1 1 0 0,0 0-1 0 0,0 0 0 0 0,0 0 1 0 0,0 0-1 0 0,0 1 0 0 0,0 0 0 0 0,0 0 1 0 0,1 0-1 0 0,-1 0 0 0 0,0 1 0 0 0,1-1 1 0 0,-1 1-1 0 0,1 0 0 0 0,-1 0 1 0 0,0 1-1 0 0,4 0 1 0 0,-1 1-2 0 0,-1 1 0 0 0,1-1 0 0 0,-1 1 0 0 0,1 0 0 0 0,-1 1 0 0 0,0 0 1 0 0,-1 0-1 0 0,1 0 0 0 0,0 1 0 0 0,-1-1 0 0 0,3 5 2 0 0,3 2 17 0 0,0-1 0 0 0,0-1 0 0 0,1 0 0 0 0,0 0 0 0 0,1-1 0 0 0,0-1 0 0 0,0 0 0 0 0,1-1 0 0 0,0 0 0 0 0,0-1 0 0 0,6 1-17 0 0,-10-3 2 0 0,1-1 1 0 0,-1-1-1 0 0,1 0 1 0 0,0 0-1 0 0,-1-1 1 0 0,1-1-1 0 0,0 0 1 0 0,-1 0-1 0 0,1-1 1 0 0,-1 0-1 0 0,1-1 1 0 0,-1 0-1 0 0,0 0 1 0 0,0-1-1 0 0,-1-1 1 0 0,3-1-3 0 0,16-9 65 0 0,1-2-58 0 0,1 2 0 0 0,0 2 0 0 0,12-4-7 0 0,-32 14 6 0 0,0 0 0 0 0,1 1 0 0 0,-1 0 0 0 0,1 0 0 0 0,-1 1 0 0 0,1 0 0 0 0,-1 1 0 0 0,1 1 0 0 0,-1 0 0 0 0,1 0 0 0 0,-1 1 0 0 0,7 1-6 0 0,45 15 54 0 0,0-4 0 0 0,0-2 0 0 0,1-2 0 0 0,0-4 0 0 0,20-2-54 0 0,-38-2 83 0 0,33 6-83 0 0,-44-3 9 0 0,1-2 0 0 0,0-1-1 0 0,14-3-8 0 0,-44 1-225 0 0,31-4-355 0 0,-35 4 317 0 0,1-1 0 0 0,-1 1 0 0 0,0 0 0 0 0,1 0 0 0 0,-1-1 0 0 0,0 1 0 0 0,0-1 0 0 0,0 1 0 0 0,1-1 0 0 0,-1 1 0 0 0,0-1 0 0 0,0 0 0 0 0,0 0 0 0 0,0 1 0 0 0,0-1-1 0 0,0 0 1 0 0,0 0 0 0 0,0 0 0 0 0,0 0 0 0 0,-1 0 0 0 0,1 0 0 0 0,0-1 263 0 0,-1 1-435 0 0,0 0-1 0 0,0 1 1 0 0,0-1 0 0 0,0 1 0 0 0,0-1-1 0 0,0 0 1 0 0,0 1 0 0 0,-1-1-1 0 0,1 1 1 0 0,0-1 0 0 0,0 1 0 0 0,-1-1-1 0 0,1 0 1 0 0,-1 1 0 0 0,1 0-1 0 0,0-1 1 0 0,-1 1 0 0 0,1-1-1 0 0,-1 1 1 0 0,1-1 0 0 0,-1 1 0 0 0,1 0-1 0 0,-1-1 1 0 0,1 1 0 0 0,-1 0-1 0 0,1 0 1 0 0,-1-1 435 0 0,-17-6-8825 0 0,17 6 8460 0 0,-12-3-3908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23:2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9506 0 0,'1'0'155'0'0,"-1"0"0"0"0,0 0 0 0 0,0 0 1 0 0,0 0-1 0 0,0 0 0 0 0,0 0 0 0 0,0 0 0 0 0,0 0 0 0 0,0 0 0 0 0,0 0 0 0 0,1 0 1 0 0,-1 0-1 0 0,0 0 0 0 0,0 0 0 0 0,0 0 0 0 0,0-1 0 0 0,0 1 0 0 0,0 0 0 0 0,0 0 1 0 0,0 0-1 0 0,0 0 0 0 0,0 0 0 0 0,0 0 0 0 0,1 0 0 0 0,-1 0 0 0 0,0 0 0 0 0,0 0 1 0 0,0 0-1 0 0,0-1 0 0 0,0 1 0 0 0,0 0 0 0 0,0 0 0 0 0,0 0 0 0 0,0 0 0 0 0,0 0 1 0 0,0 0-1 0 0,0 0 0 0 0,0 0 0 0 0,0-1 0 0 0,0 1 0 0 0,0 0 0 0 0,0 0 0 0 0,0 0 1 0 0,0 0-1 0 0,0 0 0 0 0,0 0 0 0 0,0 0 0 0 0,0 0 0 0 0,0-1 0 0 0,0 1 0 0 0,-1 0 1 0 0,1 0-1 0 0,0 0 0 0 0,0 0 0 0 0,0 0 0 0 0,0 0 0 0 0,0 0 0 0 0,0 0 0 0 0,0 0 1 0 0,0 0-1 0 0,0 0 0 0 0,0 0 0 0 0,0 0 0 0 0,-1 0 0 0 0,1-1-155 0 0,17-2 3158 0 0,19 1-1873 0 0,60 10 772 0 0,-48-3-1756 0 0,0-2-1 0 0,1-2 0 0 0,25-4-300 0 0,-55 0-57 0 0,8-2-295 0 0,-11 6-2620 0 0,-25 0-13573 0 0,5-2 9489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23:25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54 4489 0 0,'-32'-2'11638'0'0,"32"2"-11571"0"0,0 0 0 0 0,0 0-1 0 0,0 0 1 0 0,0 0 0 0 0,0 0 0 0 0,0 0 0 0 0,1 0-1 0 0,-1 0 1 0 0,0 0 0 0 0,0 0 0 0 0,0 0 0 0 0,0 0-1 0 0,0 0 1 0 0,0 0 0 0 0,0 0 0 0 0,0 0-1 0 0,0 0 1 0 0,0 0 0 0 0,0 0 0 0 0,1-1 0 0 0,-1 1-1 0 0,0 0 1 0 0,0 0 0 0 0,0 0 0 0 0,0 0 0 0 0,0 0-1 0 0,0 0 1 0 0,0 0 0 0 0,0 0 0 0 0,0 0 0 0 0,0 0-1 0 0,0 0 1 0 0,0 0 0 0 0,0 0 0 0 0,0 0 0 0 0,0-1-1 0 0,0 1 1 0 0,1 0 0 0 0,-1 0 0 0 0,0 0-1 0 0,0 0 1 0 0,0 0 0 0 0,0 0 0 0 0,0 0 0 0 0,0 0-1 0 0,0 0 1 0 0,0 0 0 0 0,0 0 0 0 0,0-1 0 0 0,0 1-1 0 0,0 0 1 0 0,-1 0 0 0 0,1 0 0 0 0,0 0 0 0 0,0 0-1 0 0,0 0 1 0 0,0 0 0 0 0,0 0 0 0 0,0 0-1 0 0,0 0 1 0 0,0 0 0 0 0,0-1 0 0 0,0 1 0 0 0,0 0-1 0 0,0 0 1 0 0,0 0 0 0 0,0 0 0 0 0,0 0 0 0 0,0 0-67 0 0,19-6 1051 0 0,58-11 3052 0 0,23 0-4103 0 0,-9 10-504 0 0,-67 6-1501 0 0,-1 2-1 0 0,18 3 2006 0 0,-28-1-4731 0 0,-5 1-3730 0 0,-6-2 950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23:26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16219 0 0,'8'-3'7101'0'0,"47"-3"-5224"0"0,14 8-83 0 0,41 7-1794 0 0,9 8-1927 0 0,-103-13-2125 0 0,-6 2-6752 0 0,-7-4 2572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19:0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597 353 6137 0 0,'-16'0'6992'0'0,"-15"14"-2677"0"0,15-7-2543 0 0,-2-1-1019 0 0,-1-1-1 0 0,-1-1 0 0 0,1-1 1 0 0,-1-1-1 0 0,1 0 1 0 0,-1-2-1 0 0,1 0 0 0 0,-1-1 1 0 0,-6-2-753 0 0,-14-3 374 0 0,0-1 0 0 0,1-2 0 0 0,0-2 1 0 0,-1-2-375 0 0,30 9 34 0 0,0 0 1 0 0,0 0 0 0 0,1-1 0 0 0,0-1 0 0 0,0 1 0 0 0,1-1-1 0 0,-1-1 1 0 0,1 0 0 0 0,0 0 0 0 0,1 0 0 0 0,0-1 0 0 0,-4-6-35 0 0,8 11 6 0 0,1-1-1 0 0,0 1 1 0 0,0-1 0 0 0,0 1 0 0 0,0-1-1 0 0,1 0 1 0 0,-1 0 0 0 0,1 0 0 0 0,0 0-1 0 0,0 0 1 0 0,1 0 0 0 0,-1 0 0 0 0,1 0-1 0 0,0 0 1 0 0,0 0 0 0 0,0 0 0 0 0,0 0-1 0 0,1 0 1 0 0,0 0 0 0 0,0 0 0 0 0,0 0-1 0 0,0 0 1 0 0,0 0 0 0 0,1 0 0 0 0,0 0-1 0 0,0 1 1 0 0,0-1 0 0 0,0 1 0 0 0,0 0-1 0 0,1-1 1 0 0,0 1 0 0 0,0 0 0 0 0,2-2-6 0 0,8-7 2 0 0,1 0 0 0 0,1 0 0 0 0,0 2 1 0 0,1 0-1 0 0,0 0 0 0 0,1 2 0 0 0,-1 0 1 0 0,2 1-1 0 0,2-1-2 0 0,5 0-1 0 0,0 1 1 0 0,0 0-1 0 0,0 2 1 0 0,1 1-1 0 0,-1 2 1 0 0,10 0 0 0 0,-24 1 8 0 0,0 1-1 0 0,0 1 1 0 0,0 0-1 0 0,-1 1 1 0 0,1 0 0 0 0,0 0-1 0 0,-1 1 1 0 0,0 0-1 0 0,1 1 1 0 0,-1 1 0 0 0,-1-1-1 0 0,1 1 1 0 0,1 2-8 0 0,-3-1 5 0 0,-1 0 1 0 0,0 0-1 0 0,0 1 1 0 0,-1-1-1 0 0,0 1 1 0 0,0 1-1 0 0,-1-1 1 0 0,0 1-1 0 0,0 0 1 0 0,0 0-1 0 0,-1 1 1 0 0,-1-1-1 0 0,1 1 1 0 0,-2 0-1 0 0,2 5-5 0 0,0-1-495 0 0,-2 0 0 0 0,0 0 0 0 0,0 1 0 0 0,-1-1-1 0 0,-1 0 1 0 0,0 5 495 0 0,-2-3-1005 0 0,0 0 1 0 0,-1 0-1 0 0,0 0 1 0 0,-2 0-1 0 0,1-1 0 0 0,-2 0 1 0 0,0 0-1 0 0,0 0 0 0 0,-2 0 1 0 0,1-1-1 0 0,-2 0 1 0 0,0-1-1 0 0,-6 6 1005 0 0,7-8-4728 0 0,-1-1-2364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24:3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488 388 7298 0 0,'-17'7'875'0'0,"0"0"1"0"0,0-2 0 0 0,0 0-1 0 0,-1-1 1 0 0,1-1 0 0 0,-1 0 0 0 0,0-1-1 0 0,0-1 1 0 0,0-1 0 0 0,0-1 0 0 0,0 0-1 0 0,-5-2-875 0 0,10 1 223 0 0,0-1-1 0 0,0 0 0 0 0,1-1 1 0 0,-1-1-1 0 0,1 0 0 0 0,0-1 0 0 0,0 0 1 0 0,1 0-1 0 0,0-2 0 0 0,0 1 1 0 0,0-1-1 0 0,1-1 0 0 0,0 0 1 0 0,1 0-1 0 0,0-1 0 0 0,-7-10-222 0 0,8 10 39 0 0,1-1 0 0 0,-1 1 0 0 0,2-2 0 0 0,-1 1-1 0 0,2-1 1 0 0,0 0 0 0 0,0-1-39 0 0,4 9 3 0 0,0 1-1 0 0,0-1 1 0 0,1 0-1 0 0,-1 1 1 0 0,1-1-1 0 0,0 0 1 0 0,0 0-1 0 0,0 1 1 0 0,1-1-1 0 0,-1 0 1 0 0,1 1-1 0 0,0-1 1 0 0,0 0-1 0 0,0 1 1 0 0,1-1-1 0 0,-1 1 1 0 0,1 0-1 0 0,0-1 1 0 0,0 1-1 0 0,0 0 1 0 0,0 0 0 0 0,1 0-1 0 0,-1 0 1 0 0,1 1-1 0 0,0-1 1 0 0,2-1-3 0 0,11-9 41 0 0,0 2-1 0 0,0 0 1 0 0,1 1 0 0 0,0 1 0 0 0,1 0 0 0 0,0 1 0 0 0,1 1 0 0 0,11-3-41 0 0,-2 3 55 0 0,1 0 0 0 0,-1 2 0 0 0,1 1 0 0 0,0 1 0 0 0,16 2-55 0 0,-33 1 1 0 0,-1 0-1 0 0,1 1 1 0 0,0 0-1 0 0,0 1 0 0 0,-1 0 1 0 0,0 1-1 0 0,1 0 1 0 0,-1 1-1 0 0,0 1 0 0 0,1 0 0 0 0,-6-2 7 0 0,-1 1 0 0 0,1-1 0 0 0,-1 1-1 0 0,0 0 1 0 0,0 1 0 0 0,-1-1 0 0 0,1 1-1 0 0,-1 0 1 0 0,0 0 0 0 0,0 0 0 0 0,-1 1-1 0 0,1-1 1 0 0,-1 1 0 0 0,-1 0-1 0 0,1 0 1 0 0,-1 0 0 0 0,0 0 0 0 0,0 0-1 0 0,0 2-6 0 0,0 1-167 0 0,0 1 0 0 0,-1-1 0 0 0,0 1 0 0 0,0-1 0 0 0,-1 1 0 0 0,-1 0 0 0 0,1-1 0 0 0,-2 1 0 0 0,1-1 0 0 0,-1 1 0 0 0,-1-1 0 0 0,1 0 0 0 0,-1 0 0 0 0,-1 0 0 0 0,-2 4 167 0 0,-23 31-4587 0 0,-9-4-3360 0 0,21-26 1591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24:40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393 430 5369 0 0,'-41'-1'3760'0'0,"1"-1"-1"0"0,-17-5-3759 0 0,30 3 717 0 0,0-2 1 0 0,0 0-1 0 0,1-2 1 0 0,-1-1-1 0 0,2-1 1 0 0,-15-8-718 0 0,37 16 21 0 0,-1 0-1 0 0,1 0 1 0 0,-1 0-1 0 0,1 0 1 0 0,0-1-1 0 0,0 1 1 0 0,0-1-1 0 0,0 0 1 0 0,0 0-1 0 0,1 0 1 0 0,-1 0 0 0 0,1 0-1 0 0,0 0 1 0 0,0-1-1 0 0,0 1 1 0 0,0-1-1 0 0,0 0 1 0 0,1 1-1 0 0,0-1 1 0 0,0 0 0 0 0,0 0-1 0 0,0 0 1 0 0,0 0-1 0 0,1 0 1 0 0,0 0-1 0 0,0 0 1 0 0,0-1-21 0 0,1-3 33 0 0,1 0-1 0 0,0 0 1 0 0,0 0 0 0 0,0 0 0 0 0,1 1 0 0 0,0-1 0 0 0,1 1-1 0 0,0 0 1 0 0,0 0 0 0 0,0 0 0 0 0,1 0 0 0 0,0 1 0 0 0,1-1-33 0 0,8-8 19 0 0,1 1 1 0 0,0 0 0 0 0,1 1-1 0 0,0 1 1 0 0,1 1 0 0 0,0 0-1 0 0,1 1 1 0 0,1 1 0 0 0,-1 1-1 0 0,1 0 1 0 0,0 2 0 0 0,2-1-20 0 0,5 0 35 0 0,1 1 1 0 0,-1 1-1 0 0,1 1 1 0 0,0 1-1 0 0,0 2 1 0 0,0 0-1 0 0,0 2 1 0 0,24 4-36 0 0,-43-4 33 0 0,1 0 1 0 0,-1 1 0 0 0,1 1 0 0 0,-1 0 0 0 0,0 0-1 0 0,0 0 1 0 0,0 1 0 0 0,0 0 0 0 0,0 0-1 0 0,-1 1 1 0 0,0 0 0 0 0,0 1 0 0 0,1 1-34 0 0,-5-4 26 0 0,0 0 0 0 0,-1 0 0 0 0,1 1 1 0 0,-1-1-1 0 0,1 1 0 0 0,-1 0 0 0 0,0-1 1 0 0,-1 1-1 0 0,1 0 0 0 0,-1 0 0 0 0,1 1 0 0 0,-1-1 1 0 0,0 0-1 0 0,-1 0 0 0 0,1 0 0 0 0,-1 1 0 0 0,0-1 1 0 0,0 0-1 0 0,0 1 0 0 0,-1-1 0 0 0,1 0 1 0 0,-1 0-1 0 0,0 0 0 0 0,0 1 0 0 0,-1-1 0 0 0,1 0 1 0 0,-2 2-27 0 0,-4 10-140 0 0,-1-2 1 0 0,0 1-1 0 0,0-1 1 0 0,-2 0-1 0 0,0-1 1 0 0,0 0-1 0 0,-7 6 140 0 0,-2-1-4775 0 0,0-1-1 0 0,-14 10 4776 0 0,15-14-6945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1:58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0 194 14931 0 0,'30'-6'8657'0'0,"27"-16"-7289"0"0,-7 2-953 0 0,116-28-171 0 0,1 8 0 0 0,132-14-244 0 0,-254 50 549 0 0,-47 4-451 0 0,0 1-1 0 0,0-1 1 0 0,0 1 0 0 0,0-1-1 0 0,0 1 1 0 0,0 0-1 0 0,1-1 1 0 0,-1 1 0 0 0,0 0-1 0 0,0 0 1 0 0,0 0-1 0 0,1 1 1 0 0,-1-1 0 0 0,1 0-1 0 0,-1 1 1 0 0,1-1-1 0 0,-1 1 1 0 0,1-1-1 0 0,0 1 1 0 0,0-1 0 0 0,0 1-1 0 0,0 0 1 0 0,0 0-1 0 0,0 0 1 0 0,0 0 0 0 0,0 1-98 0 0,-4 10-85 0 0,1 0 1 0 0,1 1 0 0 0,-2 12 84 0 0,-1 4 197 0 0,-12 33-1427 0 0,-28 97 2862 0 0,27-108-6865 0 0,-2-1-6390 0 0,21-49 3972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1:58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0 12827 0 0,'-1'1'520'0'0,"0"-1"1"0"0,0 1-1 0 0,-1-1 1 0 0,1 1-1 0 0,0 0 1 0 0,0 0-1 0 0,0-1 1 0 0,0 1-1 0 0,0 0 1 0 0,0 0-1 0 0,0 0 1 0 0,0 0-1 0 0,0 0 1 0 0,0 0-1 0 0,0 0 1 0 0,1 0-1 0 0,-2 2-520 0 0,-14 25 1444 0 0,12-19-483 0 0,-64 99 2012 0 0,24-40-1149 0 0,1 6-1824 0 0,43-74 4 0 0,0 1 0 0 0,-1-1 1 0 0,1 0-1 0 0,0 1 0 0 0,0-1 1 0 0,-1 1-1 0 0,1-1 0 0 0,0 1 1 0 0,0-1-1 0 0,0 1 0 0 0,0-1 1 0 0,-1 1-1 0 0,1-1 0 0 0,0 1 0 0 0,0-1 1 0 0,0 1-1 0 0,0 0 0 0 0,0-1 1 0 0,1 1-1 0 0,-1-1 0 0 0,0 1 1 0 0,0-1-1 0 0,0 1 0 0 0,0-1 1 0 0,0 1-1 0 0,1-1 0 0 0,-1 1 0 0 0,0-1 1 0 0,0 0-1 0 0,1 1 0 0 0,-1-1 1 0 0,0 1-1 0 0,1-1-4 0 0,19 5 37 0 0,32-11-352 0 0,-46 5 161 0 0,16-1-1845 0 0,-1 0 0 0 0,16 1 1999 0 0,-10 2-5185 0 0,0 0-4848 0 0,-14 0 2070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1:59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15571 0 0,'-1'1'437'0'0,"0"0"-1"0"0,0 0 0 0 0,0 0 1 0 0,0 0-1 0 0,0 0 0 0 0,0 0 1 0 0,0 0-1 0 0,1 1 1 0 0,-1-1-1 0 0,0 0 0 0 0,1 1 1 0 0,-1-1-1 0 0,0 0 0 0 0,1 1 1 0 0,-1 0-437 0 0,-1 28 1979 0 0,10 26-1184 0 0,-6-50-726 0 0,-1 0-1 0 0,1 0 1 0 0,0 0 0 0 0,1 0 0 0 0,-1-1 0 0 0,1 1 0 0 0,0-1 0 0 0,1 0-1 0 0,-1 0 1 0 0,5 4-69 0 0,-7-7 64 0 0,1-1-1 0 0,-1 1 1 0 0,1-1-1 0 0,0 0 1 0 0,0 1-1 0 0,0-1 1 0 0,0 0-1 0 0,0 0 1 0 0,0 0-1 0 0,0-1 1 0 0,0 1-1 0 0,0 0 1 0 0,0-1-1 0 0,1 0 1 0 0,-1 1-1 0 0,0-1 1 0 0,0 0-1 0 0,1 0 1 0 0,-1 0-1 0 0,0 0 1 0 0,0 0-1 0 0,0-1 1 0 0,1 1-1 0 0,-1-1 1 0 0,0 1-1 0 0,0-1 1 0 0,0 0 0 0 0,0 0-1 0 0,0 0 1 0 0,1-1-64 0 0,95-41 1104 0 0,-27 12-2547 0 0,-25 8-4608 0 0,-41 20-1748 0 0,-4 2-328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15555 0 0,'0'10'6036'0'0,"8"46"-4790"0"0,-7-47-1720 0 0,9 30 1262 0 0,1-19-8638 0 0,-9-20 309 0 0,-2-2 1677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1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86 8426 0 0,'-1'-2'754'0'0,"0"0"0"0"0,0 0 1 0 0,1-1-1 0 0,-1 1 1 0 0,1 0-1 0 0,-1 0 0 0 0,1 0 1 0 0,0-1-1 0 0,0 1 0 0 0,0 0 1 0 0,0-1-1 0 0,0-1-754 0 0,0 3 286 0 0,1-1 0 0 0,-1 0 0 0 0,1 1 0 0 0,0-1 0 0 0,-1 1 0 0 0,1-1 0 0 0,0 1 0 0 0,0 0 0 0 0,0-1 0 0 0,0 1 0 0 0,0 0 0 0 0,0 0 0 0 0,0-1 0 0 0,1 1-286 0 0,4-3 162 0 0,0 0 0 0 0,0 0-1 0 0,1 1 1 0 0,-1 0-1 0 0,1 0 1 0 0,0 1 0 0 0,1-1-162 0 0,-4 2 44 0 0,2-1-29 0 0,0 1 0 0 0,0 0-1 0 0,0 0 1 0 0,0 0 0 0 0,0 1 0 0 0,0 0-1 0 0,5 0-14 0 0,-10 0 2 0 0,1 0-1 0 0,-1 0 1 0 0,1 0-1 0 0,-1 0 1 0 0,1 0-1 0 0,-1 1 1 0 0,1-1-1 0 0,-1 0 1 0 0,1 1-1 0 0,-1-1 1 0 0,1 1-1 0 0,-1 0 1 0 0,1-1-1 0 0,-1 1 1 0 0,0 0-1 0 0,1 0 1 0 0,-1 0-1 0 0,0 0 1 0 0,0 0-1 0 0,0 0 1 0 0,0 0-1 0 0,0 0 1 0 0,0 1-1 0 0,0-1 0 0 0,0 0 1 0 0,0 1-1 0 0,0-1 1 0 0,-1 0-1 0 0,1 1 1 0 0,-1-1-1 0 0,1 1 1 0 0,-1 0-2 0 0,0 0 7 0 0,0 0 0 0 0,-1 0 0 0 0,1-1 0 0 0,-1 1 0 0 0,1 0 0 0 0,-1-1 0 0 0,0 1 0 0 0,1 0 0 0 0,-1-1 0 0 0,0 1 0 0 0,0-1 0 0 0,0 1 0 0 0,-1-1 0 0 0,1 0 0 0 0,0 1 0 0 0,0-1 0 0 0,-1 0 0 0 0,1 0 0 0 0,-1 0-7 0 0,-32 23 42 0 0,25-18-45 0 0,-25 12-69 0 0,28-15 54 0 0,-1 0 0 0 0,0 1 0 0 0,1 0 0 0 0,-1 0 0 0 0,1 0 0 0 0,-2 3 18 0 0,44 1-49 0 0,-29-7 70 0 0,-1 1 0 0 0,1 0 0 0 0,-1 1 0 0 0,0 0 0 0 0,1 0 0 0 0,-1 0 0 0 0,-1 0 0 0 0,1 1 0 0 0,0 0 1 0 0,-1 1-1 0 0,1 0-21 0 0,-5-4 43 0 0,1 1 1 0 0,-1-1 0 0 0,0 1 0 0 0,0 0 0 0 0,0-1 0 0 0,0 1-1 0 0,0 0 1 0 0,0 0 0 0 0,0-1 0 0 0,0 1 0 0 0,-1 0 0 0 0,1 0-1 0 0,-1 0 1 0 0,1 0 0 0 0,-1 0 0 0 0,0 0 0 0 0,0 0 0 0 0,0 0 0 0 0,0 0-1 0 0,0 0 1 0 0,0 0 0 0 0,0 0 0 0 0,-1 0 0 0 0,1 0 0 0 0,-1 0-1 0 0,0 0 1 0 0,1 0 0 0 0,-1 0 0 0 0,0 0 0 0 0,0-1 0 0 0,0 1-1 0 0,0 0 1 0 0,-1-1 0 0 0,1 1 0 0 0,0-1 0 0 0,-1 1 0 0 0,1-1-1 0 0,-1 0 1 0 0,-1 2-44 0 0,-9 6 103 0 0,0 0 0 0 0,-1 0 0 0 0,0-1 0 0 0,-1-1-1 0 0,0 0 1 0 0,0-1 0 0 0,0 0 0 0 0,-1-1 0 0 0,1-1-1 0 0,-1-1 1 0 0,-3 1-103 0 0,32-8 355 0 0,0 0-118 0 0,1 0 0 0 0,-1 1-1 0 0,1 1 1 0 0,13-1-237 0 0,38 10 177 0 0,-21-2-346 0 0,-16-3-2732 0 0,-5-4-2359 0 0,-1-2-3412 0 0,-15 2 1164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2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18340 0 0,'-7'27'5638'0'0,"-18"34"-4985"0"0,12-29-357 0 0,7-10-312 0 0,-6 10-898 0 0,16-43 464 0 0,-4 10 467 0 0,0-1 1 0 0,0 1 0 0 0,1 0 0 0 0,-1 0 0 0 0,0-1 0 0 0,1 1 0 0 0,-1 0 0 0 0,1 0 0 0 0,-1 0 0 0 0,1 0 0 0 0,0-1-1 0 0,-1 1 1 0 0,1 0 0 0 0,0 0 0 0 0,0 0 0 0 0,1 0-18 0 0,2-2 50 0 0,0 0 1 0 0,1 0-1 0 0,0 1 0 0 0,0 0 0 0 0,-1 0 0 0 0,1 0 0 0 0,1 0 1 0 0,-1 1-1 0 0,0 0 0 0 0,0 0 0 0 0,0 0 0 0 0,1 1 1 0 0,-1 0-1 0 0,0 0 0 0 0,1 0 0 0 0,-1 0 0 0 0,0 1 1 0 0,0 0-1 0 0,1 0-50 0 0,16 6-4137 0 0,-3 4-4326 0 0,-17-9 4091 0 0,-1 0-2379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2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15867 0 0,'17'-3'7652'0'0,"19"-8"-4710"0"0,12-4-2014 0 0,7 7 54 0 0,52-1-982 0 0,-25 2-2472 0 0,-92 8-3676 0 0,-8 1-507 0 0,-2 0 3549 0 0,-17 9 4491 0 0,34-10-895 0 0,0 1 1 0 0,0-1-1 0 0,0 1 0 0 0,0-1 0 0 0,1 1 0 0 0,-1 0 0 0 0,1 0 0 0 0,-1 0 0 0 0,1 1 1 0 0,0-1-1 0 0,0 0 0 0 0,0 1 0 0 0,0-1 0 0 0,0 1 0 0 0,1 0 0 0 0,-1 0 0 0 0,1 0 1 0 0,0 0-1 0 0,0-1 0 0 0,0 2 0 0 0,0-1 0 0 0,0 0 0 0 0,0 0 0 0 0,1 2-490 0 0,-3 48 1590 0 0,7-26-2526 0 0,-3-25 408 0 0,-1 0 0 0 0,1-1-1 0 0,0 1 1 0 0,0 0-1 0 0,0-1 1 0 0,0 1-1 0 0,0 0 1 0 0,0-1 0 0 0,0 1-1 0 0,0-1 1 0 0,2 2 528 0 0,-3-3-77 0 0,2 1-3824 0 0,-1-1-1474 0 0,0-1-1340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2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14163 0 0,'-2'4'574'0'0,"0"1"1"0"0,1-1-1 0 0,-1 0 0 0 0,1 0 0 0 0,-1 1 1 0 0,1-1-1 0 0,1 1 0 0 0,-1-1 1 0 0,1 1-1 0 0,0-1 0 0 0,0 1 1 0 0,0 0-1 0 0,0-1 0 0 0,1 1 0 0 0,0 2-574 0 0,0-2 258 0 0,1 1 0 0 0,0-1 0 0 0,0 0 0 0 0,0 1 0 0 0,1-1 0 0 0,-1 0 1 0 0,1 0-1 0 0,0-1 0 0 0,1 1 0 0 0,-1-1 0 0 0,1 1 0 0 0,0-1-258 0 0,-1-1-91 0 0,0 0 1 0 0,1 0 0 0 0,-1-1 0 0 0,1 1 0 0 0,-1-1-1 0 0,1 0 1 0 0,0 0 0 0 0,0 0 0 0 0,0 0-1 0 0,0-1 1 0 0,0 1 0 0 0,0-1 0 0 0,0 0 0 0 0,1-1-1 0 0,-1 1 91 0 0,0-1-263 0 0,0 0 0 0 0,0 0 1 0 0,0 0-1 0 0,0-1 0 0 0,0 0 0 0 0,-1 1 0 0 0,1-1 0 0 0,0-1 0 0 0,-1 1 0 0 0,1-1 0 0 0,-1 1 0 0 0,1-1 0 0 0,-1 0 0 0 0,0 0 0 0 0,0 0 0 0 0,1-1 0 0 0,-2 1 0 0 0,4-3 263 0 0,21-27-11659 0 0,-20 21 5035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32 18508 0 0,'-1'0'160'0'0,"1"0"1"0"0,0 0-1 0 0,-1-1 1 0 0,1 1-1 0 0,0 0 0 0 0,-1-1 1 0 0,1 1-1 0 0,0 0 1 0 0,0-1-1 0 0,-1 1 1 0 0,1-1-1 0 0,0 1 0 0 0,0 0 1 0 0,0-1-1 0 0,0 1 1 0 0,-1-1-1 0 0,1 1 0 0 0,0-1 1 0 0,0 1-1 0 0,0 0 1 0 0,0-1-1 0 0,0 1 1 0 0,0-1-1 0 0,0 1 0 0 0,0-1 1 0 0,0 1-1 0 0,0-1 1 0 0,1 1-1 0 0,-1 0 0 0 0,0-1 1 0 0,0 1-1 0 0,0-1 1 0 0,0 1-1 0 0,1 0 0 0 0,-1-1 1 0 0,0 1-1 0 0,1-1-160 0 0,18-9 1310 0 0,-15 9-1319 0 0,0 0 1 0 0,0 0-1 0 0,0 0 1 0 0,0 1-1 0 0,0-1 0 0 0,0 1 1 0 0,0 0-1 0 0,1 0 0 0 0,-1 1 1 0 0,1 0 8 0 0,-2-1 16 0 0,-1 1 1 0 0,0 0-1 0 0,0 1 1 0 0,0-1-1 0 0,0 0 1 0 0,-1 0-1 0 0,1 1 0 0 0,0-1 1 0 0,0 1-1 0 0,-1-1 1 0 0,1 1-1 0 0,-1 0 1 0 0,0 0-1 0 0,1 0 1 0 0,-1 0-1 0 0,0 0 1 0 0,0 0-1 0 0,0 0 0 0 0,0 0 1 0 0,0 1-17 0 0,0 1 30 0 0,0 0 0 0 0,-1 0 0 0 0,1 0-1 0 0,-1 0 1 0 0,0 0 0 0 0,0 0 0 0 0,0 0 0 0 0,-1 0 0 0 0,1 0 0 0 0,-1 0-1 0 0,-1 3-29 0 0,1-2 19 0 0,0-1 0 0 0,-1 0-1 0 0,1 0 1 0 0,-1 0 0 0 0,0-1-1 0 0,0 1 1 0 0,0 0 0 0 0,0-1-1 0 0,-1 1 1 0 0,1-1 0 0 0,-1 0-1 0 0,0 0 1 0 0,0 0 0 0 0,0 0-1 0 0,0 0 1 0 0,-1-1 0 0 0,1 1-1 0 0,-1-1 1 0 0,0 0 0 0 0,1 0-1 0 0,-1 0 1 0 0,0-1 0 0 0,-2 1-19 0 0,-3-2-151 0 0,14-6 12 0 0,16-4 87 0 0,-8 7 37 0 0,1 0 0 0 0,0 1-1 0 0,0 1 1 0 0,-1 0 0 0 0,1 1-1 0 0,0 0 1 0 0,0 1 0 0 0,0 1-1 0 0,0 0 1 0 0,0 1 15 0 0,-13-1-894 0 0,-7-2 169 0 0,5 0 678 0 0,0 0 0 0 0,-1 0 0 0 0,1 0 0 0 0,0 0 0 0 0,0-1 0 0 0,-1 1 0 0 0,1-1 0 0 0,0 1 0 0 0,0-1-1 0 0,0 1 1 0 0,0-1 0 0 0,-1 0 0 0 0,1 1 0 0 0,0-2 47 0 0,-2-1 55 0 0,1 0 0 0 0,-1-1 1 0 0,1 1-1 0 0,0-1 0 0 0,0 0 0 0 0,0 0 0 0 0,0 0 0 0 0,1 0 1 0 0,0 0-1 0 0,-1 0 0 0 0,1 0 0 0 0,1 0 0 0 0,-1 0 0 0 0,1-1 1 0 0,0 1-1 0 0,-1 0 0 0 0,2-1 0 0 0,-1 1 0 0 0,1 0 0 0 0,-1 0 0 0 0,2-2-55 0 0,-2 4 50 0 0,0-1 0 0 0,1 1 0 0 0,-1 0 0 0 0,1-1 0 0 0,0 1 0 0 0,0 0 0 0 0,0 0 0 0 0,0-1 0 0 0,0 1 0 0 0,0 0 0 0 0,1 0 0 0 0,-1 0 0 0 0,1 1 0 0 0,-1-1 0 0 0,1 0 0 0 0,0 1 0 0 0,0-1 0 0 0,0 0 0 0 0,0 1 0 0 0,0 0 0 0 0,0 0 0 0 0,0-1 0 0 0,0 1 0 0 0,0 1 0 0 0,0-1 0 0 0,1 0 0 0 0,-1 0 0 0 0,0 1 0 0 0,1-1 0 0 0,-1 1 0 0 0,1 0 0 0 0,-1 0 0 0 0,0 0 0 0 0,1 0-1 0 0,-1 0 1 0 0,1 0 0 0 0,1 1-50 0 0,-2 0 12 0 0,1-1-1 0 0,-1 1 0 0 0,0 0 0 0 0,1 0 0 0 0,-1 0 1 0 0,0 0-1 0 0,0 0 0 0 0,0 0 0 0 0,0 1 0 0 0,0-1 1 0 0,0 1-1 0 0,0-1 0 0 0,0 1 0 0 0,-1 0 0 0 0,1-1 1 0 0,0 1-1 0 0,-1 0 0 0 0,0 0 0 0 0,1 2-11 0 0,0 0 24 0 0,0 1 0 0 0,0-1-1 0 0,-1 0 1 0 0,0 1 0 0 0,0 0-1 0 0,0-1 1 0 0,0 1 0 0 0,-1-1 0 0 0,0 1-1 0 0,0 1-23 0 0,0 5 43 0 0,-1 0-1 0 0,-1 0 0 0 0,1 0 0 0 0,-2 0 1 0 0,0 0-1 0 0,0 0 0 0 0,-1-1 1 0 0,-2 6-43 0 0,-22 25 85 0 0,26-38-98 0 0,0-1 0 0 0,-1 0 0 0 0,1 0 0 0 0,0 1 0 0 0,-1-1 0 0 0,1-1 0 0 0,-1 1 0 0 0,1 0 0 0 0,-1-1 0 0 0,0 1 0 0 0,0-1 0 0 0,0 0 1 0 0,0 0-1 0 0,-2 1 13 0 0,5-2-2 0 0,0 0 1 0 0,0 0 0 0 0,0 0-1 0 0,-1 0 1 0 0,1 0 0 0 0,0 0 0 0 0,0 0-1 0 0,0 0 1 0 0,0 0 0 0 0,0 0-1 0 0,0 0 1 0 0,0 0 0 0 0,0 0 0 0 0,-1 0-1 0 0,1 0 1 0 0,0 0 0 0 0,0 0-1 0 0,0 0 1 0 0,0 0 0 0 0,0 0 0 0 0,0-1-1 0 0,0 1 1 0 0,0 0 0 0 0,0 0-1 0 0,0 0 1 0 0,0 0 0 0 0,-1 0-1 0 0,1 0 1 0 0,0 0 0 0 0,0 0 0 0 0,0 0-1 0 0,0 0 1 0 0,0 0 0 0 0,0 0-1 0 0,0-1 1 0 0,0 1 0 0 0,0 0 0 0 0,0 0-1 0 0,0 0 1 0 0,0 0 0 0 0,0 0-1 0 0,0 0 1 0 0,0 0 0 0 0,0 0 0 0 0,0 0-1 0 0,0-1 1 0 0,0 1 0 0 0,0 0-1 0 0,0 0 1 0 0,0 0 0 0 0,0 0 0 0 0,0 0-1 0 0,0 0 1 0 0,0 0 0 0 0,0 0-1 0 0,0 0 1 0 0,0-1 0 0 0,0 1 0 0 0,0 0 1 0 0,6-9-171 0 0,7-6-115 0 0,-10 13 281 0 0,0 0-1 0 0,0 0 0 0 0,0 0 0 0 0,0 0 0 0 0,0 0 0 0 0,1 1 0 0 0,-1 0 1 0 0,0-1-1 0 0,1 1 0 0 0,-1 0 0 0 0,1 1 0 0 0,-1-1 0 0 0,1 1 0 0 0,-1-1 0 0 0,1 1 1 0 0,0 0-1 0 0,-1 0 0 0 0,1 1 0 0 0,-1-1 0 0 0,1 1 0 0 0,0 0 0 0 0,-1 0 1 0 0,0 0-1 0 0,1 0 0 0 0,-1 1 0 0 0,0-1 0 0 0,2 2 6 0 0,-2-1 28 0 0,0 0-1 0 0,-1 0 1 0 0,1 1-1 0 0,-1-1 1 0 0,0 1-1 0 0,0-1 1 0 0,0 1-1 0 0,0 0 1 0 0,-1 0-1 0 0,1-1 1 0 0,-1 1-1 0 0,1 0 1 0 0,-1 1 0 0 0,0-1-1 0 0,0 0 1 0 0,-1 0-1 0 0,1 0 1 0 0,0 1-1 0 0,-1-1 1 0 0,0 0-1 0 0,0 1 1 0 0,0-1-1 0 0,0 0 1 0 0,-1 1-1 0 0,1-1 1 0 0,-1 0 0 0 0,0 0-1 0 0,0 1 1 0 0,-1 1-28 0 0,-2 6-20 0 0,0-1 1 0 0,0 0-1 0 0,-1 0 1 0 0,-1-1-1 0 0,0 0 1 0 0,0 0-1 0 0,0 0 1 0 0,-1 0-1 0 0,-1-1 1 0 0,0 0-1 0 0,0-1 1 0 0,0 0-1 0 0,-4 2 20 0 0,12-8-176 0 0,-1-1 0 0 0,1 0 0 0 0,-1 1 0 0 0,1-1 0 0 0,-1 0-1 0 0,1 0 1 0 0,-1 1 0 0 0,0-1 0 0 0,1 0 0 0 0,-1 0 0 0 0,1 0 0 0 0,-1 0-1 0 0,0 0 1 0 0,1 0 0 0 0,-1 0 0 0 0,0 0 0 0 0,1 0 0 0 0,-1 0 0 0 0,1 0-1 0 0,-1 0 1 0 0,0 0 176 0 0,1-1-384 0 0,0 1-1 0 0,-1 0 1 0 0,1 0-1 0 0,0-1 1 0 0,-1 1-1 0 0,1 0 1 0 0,0 0-1 0 0,0-1 1 0 0,-1 1-1 0 0,1 0 1 0 0,0-1-1 0 0,0 1 1 0 0,0-1-1 0 0,0 1 1 0 0,0 0-1 0 0,-1-1 1 0 0,1 1-1 0 0,0 0 1 0 0,0-1-1 0 0,0 1 1 0 0,0-1-1 0 0,0 1 1 0 0,0 0 0 0 0,0-1-1 0 0,0 1 1 0 0,0 0-1 0 0,0-1 1 0 0,1 1-1 0 0,-1-1 1 0 0,0 1-1 0 0,0 0 1 0 0,0-1-1 0 0,0 1 1 0 0,1-1 384 0 0,1-4-6579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3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16 11779 0 0,'-2'-2'489'0'0,"1"1"0"0"0,0 0 0 0 0,-1-1 0 0 0,1 1 0 0 0,-1 0 0 0 0,1 0 0 0 0,-1 0 0 0 0,0 0 0 0 0,1 0 0 0 0,-1 1 0 0 0,0-1 0 0 0,0 0 0 0 0,1 1 0 0 0,-1-1 0 0 0,0 1 0 0 0,0 0 0 0 0,0-1 0 0 0,0 1 0 0 0,0 0 0 0 0,1 0 0 0 0,-1 0 0 0 0,-1 1-489 0 0,-1-1 304 0 0,0 1 0 0 0,1 0 0 0 0,-1 0 0 0 0,0 1 0 0 0,0-1 0 0 0,0 1 0 0 0,1 0 0 0 0,-1 0 0 0 0,1 0 0 0 0,-4 3-304 0 0,4-3 59 0 0,-1 1 1 0 0,0 0 0 0 0,1 0-1 0 0,-1 0 1 0 0,1 0 0 0 0,0 1 0 0 0,0 0-1 0 0,1-1 1 0 0,-1 1 0 0 0,1 0-1 0 0,-1 0 1 0 0,1 0 0 0 0,1 1-1 0 0,-1-1 1 0 0,0 0 0 0 0,1 1 0 0 0,0-1-1 0 0,0 1 1 0 0,0 2-60 0 0,1-6 17 0 0,0 1 1 0 0,0-1-1 0 0,0 0 1 0 0,1 1-1 0 0,-1-1 1 0 0,0 0-1 0 0,1 1 1 0 0,-1-1-1 0 0,1 0 0 0 0,-1 1 1 0 0,1-1-1 0 0,-1 0 1 0 0,1 0-1 0 0,0 0 1 0 0,0 0-1 0 0,0 0 1 0 0,0 0-1 0 0,0 0 0 0 0,0 0 1 0 0,0 0-1 0 0,0 0 1 0 0,0 0-1 0 0,0 0 1 0 0,0-1-1 0 0,1 1-17 0 0,0 0 26 0 0,0 0 0 0 0,1-1 0 0 0,-1 1 0 0 0,1-1 0 0 0,-1 0 0 0 0,1 0 0 0 0,-1 0 0 0 0,0 0 0 0 0,1 0 0 0 0,-1 0 0 0 0,1-1 1 0 0,-1 1-1 0 0,2-1-26 0 0,4-2 40 0 0,0 1 1 0 0,0-1-1 0 0,-1-1 1 0 0,1 0 0 0 0,-1 0-1 0 0,0 0 1 0 0,6-5-41 0 0,-8 5 21 0 0,-1 0-1 0 0,0 0 1 0 0,0 0 0 0 0,0 0 0 0 0,-1-1-1 0 0,0 0 1 0 0,0 0 0 0 0,0 0-1 0 0,0 0 1 0 0,0-2-21 0 0,-3 6 3 0 0,1 0 1 0 0,-1 0-1 0 0,0 0 0 0 0,1 0 1 0 0,-1-1-1 0 0,0 1 0 0 0,0 0 1 0 0,0 0-1 0 0,0 0 0 0 0,0 0 0 0 0,0-1 1 0 0,0 1-1 0 0,-1 0 0 0 0,1 0 1 0 0,0 0-1 0 0,-1 0 0 0 0,1 0 1 0 0,0-1-1 0 0,-1 1 0 0 0,1 0 0 0 0,-1 0-3 0 0,0 0-10 0 0,-1 0 0 0 0,1-1 0 0 0,-1 1 0 0 0,1 0 0 0 0,-1 0 0 0 0,1 0 0 0 0,-1 0 0 0 0,0 1 0 0 0,1-1-1 0 0,-1 0 1 0 0,0 1 0 0 0,0-1 0 0 0,0 1 0 0 0,1-1 0 0 0,-1 1 0 0 0,0 0 0 0 0,0 0 0 0 0,0 0 10 0 0,-4 0-418 0 0,0 0 1 0 0,0 0 0 0 0,0 1-1 0 0,0 0 1 0 0,0 0 0 0 0,0 0-1 0 0,0 1 1 0 0,1 0 0 0 0,-5 2 417 0 0,-2 2-5007 0 0,1 1-3793 0 0,8-5 1531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4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0 13635 0 0,'1'5'7879'0'0,"1"11"-4655"0"0,2 9-2711 0 0,7 66 604 0 0,-2-26 511 0 0,-5-21-3880 0 0,-2-8-3308 0 0,-4 0-4545 0 0,1-29 2515 0 0</inkml:trace>
  <inkml:trace contextRef="#ctx0" brushRef="#br0" timeOffset="1">4 357 19940 0 0,'-1'2'490'0'0,"0"0"-1"0"0,1 1 1 0 0,-1-1-1 0 0,1 1 1 0 0,0-1-1 0 0,0 1 1 0 0,0-1 0 0 0,0 1-1 0 0,0-1 1 0 0,0 1-1 0 0,1-1-489 0 0,10 33 1417 0 0,-9-29-1765 0 0,1 1 1 0 0,1-1-1 0 0,-1-1 0 0 0,1 1 1 0 0,0 0-1 0 0,0-1 1 0 0,1 0-1 0 0,3 4 348 0 0,-4-6-1708 0 0,-3-4-5428 0 0,-6-5-2520 0 0,2 4 4307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42:04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86 8514 0 0,'-1'-2'799'0'0,"0"0"0"0"0,0 0 0 0 0,1 0-1 0 0,-1-1 1 0 0,1 1 0 0 0,-1 0 0 0 0,1-1 0 0 0,0 1 0 0 0,0-1 0 0 0,0 1 0 0 0,0 0 0 0 0,0-1 0 0 0,0 1 0 0 0,1-1-799 0 0,-1 1 359 0 0,1 0 1 0 0,0 0 0 0 0,-1 1-1 0 0,1-1 1 0 0,0 0-1 0 0,0 0 1 0 0,1 1 0 0 0,-1-1-1 0 0,0 0 1 0 0,0 1 0 0 0,1-1-1 0 0,-1 1 1 0 0,1 0 0 0 0,-1-1-360 0 0,5-1 261 0 0,-1 0 0 0 0,1 0 0 0 0,-1 0 0 0 0,1 1 1 0 0,0-1-1 0 0,0 1 0 0 0,0 1 0 0 0,0-1 1 0 0,1 1-1 0 0,-1 0-261 0 0,-2 0 53 0 0,0 1 1 0 0,1 0-1 0 0,-1-1 0 0 0,0 1 1 0 0,0 1-1 0 0,0-1 1 0 0,0 1-1 0 0,0 0 0 0 0,0-1 1 0 0,0 2-1 0 0,0-1 1 0 0,0 0-1 0 0,0 1 0 0 0,0 0 1 0 0,2 1-54 0 0,-5-2 21 0 0,0 0 0 0 0,0 0-1 0 0,0 0 1 0 0,0 0 0 0 0,0 0 0 0 0,0 0 0 0 0,0 0 0 0 0,0 0 0 0 0,0 0-1 0 0,-1 0 1 0 0,1 1 0 0 0,0-1 0 0 0,-1 0 0 0 0,1 1 0 0 0,-1-1 0 0 0,1 0 0 0 0,-1 1-1 0 0,0-1 1 0 0,0 1-21 0 0,0 0 24 0 0,0 0-1 0 0,0 1 0 0 0,0-1 0 0 0,-1 0 0 0 0,1 0 1 0 0,-1 0-1 0 0,0 1 0 0 0,1-1 0 0 0,-1 0 0 0 0,0 0 1 0 0,0 0-1 0 0,0 0 0 0 0,-1 0 0 0 0,1 0 0 0 0,-2 1-22 0 0,-2 3 121 0 0,0-1 0 0 0,0 0 1 0 0,-1 0-1 0 0,0 0 1 0 0,0 0-1 0 0,0-1 1 0 0,0 0-1 0 0,-1 0 1 0 0,-1 0-123 0 0,-29 9-2610 0 0,18-11-2115 0 0,2-3-3283 0 0,14 0 1401 0 0,1-1-1429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37:15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1318 614 14755 0 0,'-116'15'5149'0'0,"5"-1"-3302"0"0,0-5 0 0 0,-15-5-1847 0 0,12-6 2058 0 0,-107-17-2058 0 0,169 12 269 0 0,1-3 1 0 0,1-2-1 0 0,0-3 1 0 0,0-1-1 0 0,-19-11-269 0 0,52 19 25 0 0,1 0 0 0 0,0-1 0 0 0,1-1 0 0 0,0-1 0 0 0,1 0 0 0 0,0 0 0 0 0,1-2 0 0 0,0 1 0 0 0,1-2 0 0 0,-1-1-25 0 0,9 10 0 0 0,-1-1 0 0 0,2 1 1 0 0,-1-1-1 0 0,1 1 1 0 0,0-1-1 0 0,0 0 0 0 0,0 0 1 0 0,1 0-1 0 0,0-1 0 0 0,0 1 1 0 0,1-1-1 0 0,0 1 1 0 0,0-1-1 0 0,0 1 0 0 0,1-1 1 0 0,0 0-1 0 0,0 1 0 0 0,1-1 1 0 0,0 1-1 0 0,0-1 1 0 0,0 1-1 0 0,1-1 0 0 0,0 1 1 0 0,0 0-1 0 0,1-1 0 0 0,0 1 1 0 0,0 1-1 0 0,3-6 0 0 0,6-5-11 0 0,1-1 1 0 0,1 2-1 0 0,1 0 0 0 0,0 0 0 0 0,1 2 1 0 0,0 0-1 0 0,1 1 0 0 0,0 0 0 0 0,1 1 1 0 0,0 1-1 0 0,1 1 0 0 0,0 1 0 0 0,1 1 1 0 0,17-5 10 0 0,20-3-4 0 0,0 2 1 0 0,0 3-1 0 0,1 2 1 0 0,42 1 3 0 0,4 4 16 0 0,0 4 0 0 0,-1 5 0 0 0,1 4 0 0 0,-2 5 0 0 0,94 26-16 0 0,-163-33 6 0 0,0 3 1 0 0,-1 0-1 0 0,21 12-6 0 0,-43-19 5 0 0,-1 1 1 0 0,1 0 0 0 0,-1 1-1 0 0,0 0 1 0 0,-1 1 0 0 0,1 0-1 0 0,-1 0 1 0 0,0 0 0 0 0,-1 1-1 0 0,0 0 1 0 0,-1 1 0 0 0,1 0-1 0 0,2 6-5 0 0,-7-11 5 0 0,0 0-1 0 0,0 0 1 0 0,-1 0 0 0 0,0 1-1 0 0,0-1 1 0 0,0 0 0 0 0,0 1-1 0 0,-1-1 1 0 0,1 1 0 0 0,-1-1-1 0 0,0 0 1 0 0,-1 1 0 0 0,1-1-1 0 0,-1 1 1 0 0,0-1 0 0 0,0 2-5 0 0,-2 1-1 0 0,1 0 0 0 0,-2 0 0 0 0,1 0 1 0 0,-1 0-1 0 0,0 0 0 0 0,0-1 0 0 0,0 0 0 0 0,-1 0 1 0 0,-2 2 0 0 0,-9 8-277 0 0,-1-1 1 0 0,0 0 0 0 0,-1-1 0 0 0,-1-1 0 0 0,0-1-1 0 0,-3 0 277 0 0,-36 20-6132 0 0,-38 12 6132 0 0,-65 18-12050 0 0,119-48 5431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29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55 10330 0 0,'0'0'182'0'0,"0"0"-1"0"0,-1-1 1 0 0,1 1-1 0 0,0 0 1 0 0,-1 0-1 0 0,1 0 1 0 0,-1 0-1 0 0,1 0 1 0 0,0 0-1 0 0,-1 0 1 0 0,1 0 0 0 0,0 0-1 0 0,-1 0 1 0 0,1 0-1 0 0,-1 0 1 0 0,1 0-1 0 0,0 0 1 0 0,-1 0-1 0 0,1 1 1 0 0,0-1-1 0 0,-1 0 1 0 0,1 0-1 0 0,0 0 1 0 0,-1 0-1 0 0,1 1 1 0 0,0-1-1 0 0,-1 0 1 0 0,1 0 0 0 0,0 1-1 0 0,0-1 1 0 0,-1 0-1 0 0,1 1 1 0 0,0-1-182 0 0,0 1 81 0 0,0-1 0 0 0,0 0 1 0 0,0 1-1 0 0,0-1 0 0 0,0 0 0 0 0,0 1 1 0 0,0-1-1 0 0,0 0 0 0 0,0 1 1 0 0,0-1-1 0 0,0 0 0 0 0,0 1 0 0 0,0-1 1 0 0,1 0-1 0 0,-1 0 0 0 0,0 1 1 0 0,0-1-1 0 0,0 0 0 0 0,1 1 1 0 0,-1-1-1 0 0,0 0 0 0 0,0 0 0 0 0,1 1 1 0 0,-1-1-1 0 0,0 0 0 0 0,0 0 1 0 0,1 0-1 0 0,-1 0 0 0 0,0 1 1 0 0,1-1-1 0 0,-1 0 0 0 0,0 0 0 0 0,1 0 1 0 0,-1 0-1 0 0,0 0 0 0 0,1 0 1 0 0,-1 0-1 0 0,0 0 0 0 0,1 0 0 0 0,-1 0 1 0 0,0 0-1 0 0,1 0 0 0 0,-1 0 1 0 0,0 0-1 0 0,1 0 0 0 0,-1 0-81 0 0,31 2 2001 0 0,0-1 0 0 0,24-2-2001 0 0,30-7 1461 0 0,6-4-1461 0 0,70-8 49 0 0,-147 19-476 0 0,51-6 201 0 0,-60 6-902 0 0,1 0 1 0 0,-1-1-1 0 0,0 0 0 0 0,0 0 1 0 0,0 0-1 0 0,3-2 1128 0 0,-6 2-2818 0 0,-4-1-5877 0 0,-2 2 2063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29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18636 0 0,'3'-1'304'0'0,"0"0"-1"0"0,0 0 1 0 0,1 1-1 0 0,-1-1 1 0 0,0 1-1 0 0,1 0 1 0 0,-1 0 0 0 0,1 0-1 0 0,-1 0 1 0 0,0 1-1 0 0,1-1 1 0 0,-1 1 0 0 0,1 0-304 0 0,11 1 329 0 0,6 0-147 0 0,0 0 0 0 0,0 1 1 0 0,9 3-183 0 0,-24-4 22 0 0,1-1 0 0 0,-1 1-1 0 0,0 1 1 0 0,0-1 0 0 0,0 1 0 0 0,0 0 0 0 0,0 0 0 0 0,0 1 0 0 0,-1 0-1 0 0,0 0 1 0 0,1 0 0 0 0,3 5-22 0 0,-7-7 7 0 0,0 1 1 0 0,-1-1-1 0 0,1 1 0 0 0,0 0 0 0 0,-1 0 0 0 0,0-1 1 0 0,0 1-1 0 0,0 0 0 0 0,0 0 0 0 0,0 0 0 0 0,0 0 1 0 0,-1 0-1 0 0,1 1 0 0 0,-1-1 0 0 0,0 0 1 0 0,0 2-8 0 0,-1 1 26 0 0,0 0 1 0 0,0 0 0 0 0,-1 0-1 0 0,1 0 1 0 0,-1 0 0 0 0,0-1-1 0 0,-1 1 1 0 0,-1 2-27 0 0,-7 11-14 0 0,-1-1 1 0 0,-1 0-1 0 0,-1-1 0 0 0,-6 6 14 0 0,17-19-42 0 0,-11 11-474 0 0,-9 11-1257 0 0,10-7-4908 0 0,10-18 46 0 0,3-3-145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0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17220 0 0,'0'-1'235'0'0,"1"1"0"0"0,-1-1-1 0 0,0 0 1 0 0,1 1 0 0 0,-1-1 0 0 0,0 0 0 0 0,1 1 0 0 0,-1-1 0 0 0,1 0 0 0 0,-1 1 0 0 0,1-1 0 0 0,0 1 0 0 0,-1-1 0 0 0,1 1-1 0 0,-1 0 1 0 0,1-1 0 0 0,0 1 0 0 0,-1-1 0 0 0,1 1 0 0 0,0 0 0 0 0,0 0 0 0 0,-1-1 0 0 0,1 1 0 0 0,0 0-235 0 0,29-13-385 0 0,-24 10 872 0 0,49-20-169 0 0,2 2 1 0 0,34-7-319 0 0,-3 7-9166 0 0,-86 20 4460 0 0,-6 1 593 0 0,0 0-1491 0 0</inkml:trace>
  <inkml:trace contextRef="#ctx0" brushRef="#br0" timeOffset="1">208 116 7618 0 0,'-2'3'751'0'0,"0"0"0"0"0,0 0 0 0 0,0 1 0 0 0,0-1 0 0 0,1 0 0 0 0,-1 1 0 0 0,1-1 0 0 0,0 1 1 0 0,0 0-1 0 0,0-1 0 0 0,0 1-751 0 0,-6 47 2964 0 0,5-34-2018 0 0,-6 32-307 0 0,3-27-731 0 0,2 0-1 0 0,-1 21 93 0 0,4-35-1768 0 0,0-1 0 0 0,0 0-1 0 0,1 0 1 0 0,0 1-1 0 0,1-1 1 0 0,1 5 1768 0 0,-1-6-6865 0 0</inkml:trace>
  <inkml:trace contextRef="#ctx0" brushRef="#br0" timeOffset="2">309 119 16836 0 0,'-2'1'407'0'0,"0"0"0"0"0,0 1 0 0 0,0-1 0 0 0,0 1 0 0 0,0 0 1 0 0,1-1-1 0 0,-1 1 0 0 0,1 0 0 0 0,-1 0 0 0 0,1 0 1 0 0,0 0-408 0 0,-21 45 1180 0 0,12-24-553 0 0,-26 53 346 0 0,-15 31 128 0 0,-23 29-1101 0 0,81-144 56 0 0,-1 0 0 0 0,1 0 0 0 0,0 0 0 0 0,0 1 1 0 0,1 0-1 0 0,6-4-56 0 0,64-44-67 0 0,-36 26 73 0 0,-7 4-534 0 0,-10 9-32 0 0,-1-2 0 0 0,6-6 560 0 0,2-11-4111 0 0,-27 29 2330 0 0,-1-1 0 0 0,0 1 1 0 0,-1-1-1 0 0,1 0 0 0 0,0-2 1781 0 0,-1-9-5141 0 0,-3 8-519 0 0</inkml:trace>
  <inkml:trace contextRef="#ctx0" brushRef="#br0" timeOffset="3">458 0 13995 0 0,'-7'92'10551'0'0,"-9"10"-7101"0"0,6-49-3994 0 0,3 1-1 0 0,2 0 1 0 0,2 0 0 0 0,3 17 544 0 0,8-30-2626 0 0,3-24-2281 0 0,-11-17 4528 0 0,1 0 0 0 0,-1 0 0 0 0,1 1 0 0 0,-1-1 0 0 0,1 0 0 0 0,-1 0 0 0 0,1 0 0 0 0,-1 1-1 0 0,1-1 1 0 0,-1 0 0 0 0,1 0 0 0 0,0 0 0 0 0,-1 0 0 0 0,1 0 0 0 0,-1 0 0 0 0,1 0 0 0 0,-1-1 0 0 0,1 1 0 0 0,-1 0 0 0 0,1 0 0 0 0,0 0-1 0 0,-1 0 1 0 0,1-1 0 0 0,-1 1 0 0 0,1 0 0 0 0,-1-1 0 0 0,0 1 0 0 0,1 0 0 0 0,-1-1 0 0 0,1 1 0 0 0,-1 0 379 0 0,6-6-6527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0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78 119 17484 0 0,'-2'0'292'0'0,"1"-1"0"0"0,-1 1 0 0 0,1-1 0 0 0,-1 1 0 0 0,1 0 0 0 0,-1 0 1 0 0,1 0-1 0 0,-1 0 0 0 0,1 0 0 0 0,-1 0 0 0 0,1 0 0 0 0,-1 1 0 0 0,1-1 0 0 0,-1 0 1 0 0,1 1-1 0 0,-1-1 0 0 0,1 1 0 0 0,0 0 0 0 0,-1-1 0 0 0,1 1 0 0 0,0 0 0 0 0,-1 0 1 0 0,1 0-1 0 0,0 0-292 0 0,-2 2 239 0 0,0 0 1 0 0,1 0 0 0 0,-1 0 0 0 0,1 1-1 0 0,0-1 1 0 0,0 1 0 0 0,0-1 0 0 0,0 1-1 0 0,-1 3-239 0 0,-1 6 109 0 0,0 0-1 0 0,1 0 0 0 0,1 0 1 0 0,0 1-1 0 0,0 6-108 0 0,1-16 1 0 0,1 0-1 0 0,0 0 1 0 0,1 0 0 0 0,-1 0-1 0 0,1 0 1 0 0,0 0 0 0 0,0 0-1 0 0,0 0 1 0 0,0 0 0 0 0,1 0 0 0 0,0 1-1 0 0,-1-4-6 0 0,-1 0 1 0 0,1 0-1 0 0,0 0 1 0 0,-1 0-1 0 0,1 0 1 0 0,0 0-1 0 0,0-1 1 0 0,0 1 0 0 0,0 0-1 0 0,0 0 1 0 0,0-1-1 0 0,0 1 1 0 0,0-1-1 0 0,0 1 1 0 0,0-1-1 0 0,0 0 1 0 0,0 1-1 0 0,0-1 1 0 0,0 0-1 0 0,0 1 1 0 0,0-1 0 0 0,0 0-1 0 0,1 0 1 0 0,-1 0-1 0 0,0 0 1 0 0,0 0-1 0 0,0-1 1 0 0,0 1-1 0 0,0 0 1 0 0,0 0-1 0 0,0-1 1 0 0,1 1 0 0 0,-1 0-1 0 0,0-1 1 0 0,0 1-1 0 0,0-1 1 0 0,0 0-1 0 0,-1 1 1 0 0,1-1-1 0 0,0 0 1 0 0,0 0-1 0 0,0 0 6 0 0,3-1-113 0 0,0-1-1 0 0,-1 0 1 0 0,0 0-1 0 0,1-1 0 0 0,-1 1 1 0 0,0-1-1 0 0,-1 1 1 0 0,1-1-1 0 0,-1 0 0 0 0,1 0 1 0 0,-1 0-1 0 0,0 0 1 0 0,-1-1-1 0 0,1 1 0 0 0,-1 0 1 0 0,1-1-1 0 0,-2 1 1 0 0,1-1-1 0 0,0-1 114 0 0,0-3-123 0 0,-1 1 0 0 0,0 0 0 0 0,-1-1 0 0 0,0 1 0 0 0,0 0 0 0 0,0 0 0 0 0,-1 0 0 0 0,0-1 0 0 0,-1 2 0 0 0,0-2 123 0 0,3 7 11 0 0,0 0 0 0 0,0 1 0 0 0,0-1 0 0 0,0 0 1 0 0,0 1-1 0 0,1-1 0 0 0,-1 1 0 0 0,1-1 0 0 0,-1 1 0 0 0,1-1 1 0 0,0 1-1 0 0,0-1 0 0 0,0 1 0 0 0,-1 0 0 0 0,1 0 0 0 0,0-1 1 0 0,1 1-1 0 0,-1 0 0 0 0,0 0 0 0 0,0-1-11 0 0,30-27 135 0 0,-26 24-115 0 0,8-6 19 0 0,0 0 0 0 0,0 1 0 0 0,11-6-39 0 0,-20 13 42 0 0,1 1 1 0 0,-1-1-1 0 0,1 1 1 0 0,0 0-1 0 0,0 0 1 0 0,0 1 0 0 0,0-1-1 0 0,0 1 1 0 0,0 0-1 0 0,1 0 1 0 0,-1 1-1 0 0,0 0 1 0 0,4 0-43 0 0,-7 0 47 0 0,-1 1 0 0 0,0-1-1 0 0,0 1 1 0 0,1 0 0 0 0,-1-1 0 0 0,0 1 0 0 0,0 0 0 0 0,0 0-1 0 0,0 0 1 0 0,0 0 0 0 0,0 0 0 0 0,0 0 0 0 0,-1 0 0 0 0,1 0-1 0 0,0 0 1 0 0,0 0 0 0 0,-1 1 0 0 0,1-1 0 0 0,-1 0 0 0 0,1 0-1 0 0,-1 1 1 0 0,0-1 0 0 0,1 0 0 0 0,-1 1 0 0 0,0-1 0 0 0,0 0 0 0 0,0 1-1 0 0,0-1 1 0 0,0 0 0 0 0,0 2-47 0 0,-3 47 804 0 0,2-44-705 0 0,-10 93 683 0 0,-13 168-289 0 0,24-261-646 0 0,0 44-245 0 0,0-47 58 0 0,0 1 0 0 0,0-1 0 0 0,1 0 0 0 0,-1 0 0 0 0,1 0 0 0 0,0 0 0 0 0,0 0 0 0 0,0 0 0 0 0,0 0 0 0 0,1 0 0 0 0,-1 0 0 0 0,1-1 0 0 0,1 3 340 0 0,-3-5-159 0 0,0 0 1 0 0,0 0 0 0 0,1 0 0 0 0,-1 0 0 0 0,0 0 0 0 0,0 0 0 0 0,0 1-1 0 0,1-1 1 0 0,-1 0 0 0 0,0 0 0 0 0,0 0 0 0 0,1 0 0 0 0,-1 0 0 0 0,0 0-1 0 0,0 0 1 0 0,0 0 0 0 0,1 0 0 0 0,-1 0 0 0 0,0 0 0 0 0,0 0 0 0 0,1 0-1 0 0,-1-1 1 0 0,0 1 0 0 0,0 0 0 0 0,1 0 0 0 0,-1 0 0 0 0,0 0 0 0 0,0 0-1 0 0,0 0 1 0 0,0 0 0 0 0,1-1 0 0 0,-1 1 0 0 0,0 0 0 0 0,0 0 0 0 0,0 0-1 0 0,0-1 1 0 0,1 1 0 0 0,-1 0 0 0 0,0 0 0 0 0,0 0 0 0 0,0-1 0 0 0,0 1-1 0 0,0 0 1 0 0,0 0 0 0 0,0 0 0 0 0,0-1 0 0 0,0 1 0 0 0,0 0 0 0 0,0 0-1 0 0,0-1 1 0 0,0 1 0 0 0,0 0 158 0 0,4-16-5335 0 0,-3 15 4484 0 0,1-13-6351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0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 19140 0 0,'-1'0'220'0'0,"1"1"0"0"0,-1-1-1 0 0,0 1 1 0 0,0-1 0 0 0,0 1 0 0 0,1 0 0 0 0,-1-1-1 0 0,0 1 1 0 0,1 0 0 0 0,-1 0 0 0 0,1-1 0 0 0,-1 1-1 0 0,1 0 1 0 0,-1 0 0 0 0,1 0 0 0 0,-1 0 0 0 0,1 0-1 0 0,0 0 1 0 0,0-1 0 0 0,-1 1 0 0 0,1 0 0 0 0,0 0-1 0 0,0 0 1 0 0,0 0 0 0 0,0 1-220 0 0,-4 31 689 0 0,4-26-214 0 0,-4 40 352 0 0,5-33-754 0 0,-2 0 0 0 0,0 1 0 0 0,-1-1 0 0 0,0 0 0 0 0,-1 0 0 0 0,-1-1 0 0 0,0 1 0 0 0,-5 10-73 0 0,-1-12-33 0 0,7-20-44 0 0,7-24-19 0 0,0 24 91 0 0,0 0 0 0 0,0 1-1 0 0,1-1 1 0 0,0 1-1 0 0,0 0 1 0 0,1 0 0 0 0,0 1-1 0 0,0-1 1 0 0,1 1-1 0 0,0 1 1 0 0,0-1-1 0 0,0 1 1 0 0,0 0 0 0 0,1 1-1 0 0,0 0 1 0 0,1-1 5 0 0,8-3-501 0 0,1 1 0 0 0,1 1 0 0 0,-1 0 1 0 0,1 1-1 0 0,0 1 0 0 0,17-1 501 0 0,-26 5-2516 0 0,-10 1 2173 0 0,1-1 0 0 0,-1 0 0 0 0,0 0 0 0 0,1 1 0 0 0,-1-1 0 0 0,0 0 0 0 0,1 1 0 0 0,-1-1 0 0 0,0 0 0 0 0,0 1 0 0 0,1-1 0 0 0,-1 0 0 0 0,0 1 0 0 0,0-1 1 0 0,0 1-1 0 0,1-1 0 0 0,-1 0 0 0 0,0 1 0 0 0,0-1 0 0 0,0 1 0 0 0,0-1 0 0 0,0 1 0 0 0,0-1 0 0 0,0 0 0 0 0,0 1 0 0 0,0-1 0 0 0,0 1 0 0 0,0-1 0 0 0,0 1 1 0 0,-1-1-1 0 0,1 0 0 0 0,0 1 0 0 0,0-1 0 0 0,0 1 0 0 0,0-1 0 0 0,-1 0 0 0 0,1 1 0 0 0,0-1 0 0 0,0 0 0 0 0,-1 1 0 0 0,1-1 343 0 0,-4 7-6840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1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12 160 19724 0 0,'-12'6'4105'0'0,"14"-3"-2406"0"0,0-3-1607 0 0,0 0-1 0 0,0 0 1 0 0,0-1 0 0 0,-1 1 0 0 0,1 0 0 0 0,0-1-1 0 0,0 1 1 0 0,0-1 0 0 0,0 1 0 0 0,-1-1 0 0 0,3-1-92 0 0,90-50 901 0 0,30-14-479 0 0,-103 57-395 0 0,-1 0 1 0 0,1 2 0 0 0,0 0 0 0 0,0 2-1 0 0,5-1-27 0 0,-25 6 0 0 0,0-1 0 0 0,1 1 1 0 0,-1 0-1 0 0,1 0 0 0 0,-1 0 0 0 0,0 0 0 0 0,1 0 0 0 0,-1 0 0 0 0,0 0 0 0 0,1 0 0 0 0,-1 0 0 0 0,1 0 0 0 0,-1 1 0 0 0,0-1 0 0 0,1 1 0 0 0,-1-1 1 0 0,0 1-1 0 0,0 0 0 0 0,1-1 0 0 0,-1 1 0 0 0,0 0 0 0 0,0 0 0 0 0,0 0 0 0 0,-1 0 0 0 0,1 0 0 0 0,0 0 0 0 0,-1 0 0 0 0,1 1 0 0 0,-1-1 0 0 0,0 0 0 0 0,1 0 0 0 0,-1 1 0 0 0,0-1 0 0 0,0 0 0 0 0,0 1 0 0 0,0-1 0 0 0,0 0 0 0 0,0 0 0 0 0,0 1 0 0 0,0-1 0 0 0,0 0 0 0 0,-1 1 0 0 0,-2 9 12 0 0,0-1 0 0 0,-1 1 0 0 0,0-1 0 0 0,-1 0 0 0 0,-2 2-12 0 0,2-2 37 0 0,-10 20 30 0 0,1-2 12 0 0,1 1-1 0 0,-4 14-78 0 0,14-35 29 0 0,1-1-1 0 0,0 1 1 0 0,0 0-1 0 0,1-1 0 0 0,0 1 1 0 0,0 0-1 0 0,1 0 1 0 0,0 0-1 0 0,0 0 1 0 0,1 0-1 0 0,0-1 0 0 0,1 3-28 0 0,-2-9 3 0 0,0 0-1 0 0,0 0 0 0 0,1 0 0 0 0,-1 0 0 0 0,0-1 0 0 0,0 1 0 0 0,1 0 0 0 0,-1 0 0 0 0,1 0 0 0 0,-1-1 1 0 0,1 1-1 0 0,-1 0 0 0 0,1 0 0 0 0,-1-1 0 0 0,1 1 0 0 0,0 0 0 0 0,-1-1 0 0 0,1 1 0 0 0,0-1 0 0 0,-1 1 1 0 0,1-1-1 0 0,0 1 0 0 0,0-1 0 0 0,0 0 0 0 0,-1 1 0 0 0,1-1 0 0 0,0 0 0 0 0,0 1-2 0 0,1-1-6 0 0,-1-1-1 0 0,1 1 0 0 0,-1 0 0 0 0,1 0 1 0 0,-1-1-1 0 0,1 1 0 0 0,-1-1 0 0 0,1 1 1 0 0,-1-1-1 0 0,0 0 0 0 0,1 0 0 0 0,-1 1 1 0 0,0-1-1 0 0,1 0 0 0 0,-1-1 7 0 0,5-3-147 0 0,0 0 1 0 0,-1-1-1 0 0,1 0 0 0 0,-1 0 0 0 0,4-6 147 0 0,56-89-5515 0 0,1 1-11411 0 0,-53 80 11488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1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34 16708 0 0,'0'1'101'0'0,"0"-1"0"0"0,0 0 1 0 0,0 0-1 0 0,0 0 0 0 0,-1 0 1 0 0,1 0-1 0 0,0 0 0 0 0,0 0 1 0 0,0 0-1 0 0,0 0 1 0 0,0 0-1 0 0,0 0 0 0 0,-1 0 1 0 0,1 0-1 0 0,0 0 0 0 0,0 0 1 0 0,0 1-1 0 0,0-1 0 0 0,0 0 1 0 0,0 0-1 0 0,-1 0 0 0 0,1-1 1 0 0,0 1-1 0 0,0 0 1 0 0,0 0-1 0 0,0 0 0 0 0,0 0 1 0 0,-1 0-1 0 0,1 0 0 0 0,0 0 1 0 0,0 0-1 0 0,0 0 0 0 0,0 0 1 0 0,0 0-1 0 0,0 0 0 0 0,0 0 1 0 0,-1 0-1 0 0,1 0 1 0 0,0-1-1 0 0,0 1 0 0 0,0 0 1 0 0,0 0-1 0 0,0 0 0 0 0,0 0 1 0 0,0 0-1 0 0,0 0 0 0 0,0-1 1 0 0,0 1-1 0 0,0 0 0 0 0,0 0 1 0 0,0 0-1 0 0,0 0 1 0 0,0 0-1 0 0,0 0 0 0 0,0-1 1 0 0,0 1-1 0 0,0 0 0 0 0,0 0 1 0 0,0 0-1 0 0,0 0 0 0 0,0 0 1 0 0,0-1-1 0 0,0 1 1 0 0,0 0-1 0 0,0 0 0 0 0,0 0 1 0 0,0 0-102 0 0,12-9 1984 0 0,20-4-1332 0 0,-20 10-498 0 0,0 1 1 0 0,0 0-1 0 0,0 1 1 0 0,1 1 0 0 0,-1 0-1 0 0,2 1-154 0 0,-10-1 38 0 0,0 0 0 0 0,0 1 0 0 0,-1 0 0 0 0,1 0 0 0 0,0 0 1 0 0,0 0-1 0 0,0 1 0 0 0,-1 0 0 0 0,1-1 0 0 0,-1 2-38 0 0,-1-3 18 0 0,-1 1-1 0 0,0 1 1 0 0,1-1-1 0 0,-1 0 1 0 0,0 0 0 0 0,0 0-1 0 0,0 1 1 0 0,0-1-1 0 0,0 1 1 0 0,0-1-1 0 0,0 1 1 0 0,0-1 0 0 0,-1 1-1 0 0,1-1 1 0 0,-1 1-1 0 0,1-1 1 0 0,-1 1 0 0 0,1 0-1 0 0,-1-1 1 0 0,0 1-1 0 0,0 0 1 0 0,0 1-18 0 0,-1 4 52 0 0,-1 1 0 0 0,0 0-1 0 0,-1 0 1 0 0,1-1 0 0 0,-2 0 0 0 0,1 1 0 0 0,-1-1 0 0 0,0 0 0 0 0,0-1-1 0 0,-1 1 1 0 0,0-1 0 0 0,-4 5-52 0 0,-18 28 121 0 0,23-32-35 0 0,0 0 1 0 0,0 0-1 0 0,1 1 1 0 0,1-1-1 0 0,-1 1 1 0 0,1 0-1 0 0,0 2-86 0 0,2-9 20 0 0,-1 0-1 0 0,1 1 1 0 0,0-1-1 0 0,0 0 1 0 0,0 0-1 0 0,0 1 0 0 0,0-1 1 0 0,0 0-1 0 0,0 1 1 0 0,1-1-1 0 0,-1 0 1 0 0,0 0-1 0 0,1 1 1 0 0,-1-1-1 0 0,1 0 0 0 0,-1 0 1 0 0,1 0-1 0 0,0 0 1 0 0,-1 1-1 0 0,1-1 1 0 0,0 0-1 0 0,0 0 1 0 0,0 0-1 0 0,0-1 1 0 0,0 1-1 0 0,0 0 0 0 0,0 0 1 0 0,0 0-1 0 0,0-1 1 0 0,0 1-1 0 0,0 0 1 0 0,0-1-1 0 0,0 1 1 0 0,1-1-1 0 0,-1 0 0 0 0,0 1 1 0 0,0-1-1 0 0,1 0 1 0 0,-1 0-1 0 0,0 0 1 0 0,1 0-1 0 0,-1 0 1 0 0,0 0-1 0 0,1 0 0 0 0,-1 0 1 0 0,0 0-1 0 0,0-1 1 0 0,1 1-20 0 0,10-2-48 0 0,1-1 0 0 0,-1 0-1 0 0,0 0 1 0 0,-1-1 0 0 0,1-1 0 0 0,-1 0 0 0 0,0-1 0 0 0,0 0 0 0 0,0 0 0 0 0,1-3 48 0 0,33-17-4263 0 0,3 6-6409 0 0,-39 18 5579 0 0,-4 2-2462 0 0</inkml:trace>
  <inkml:trace contextRef="#ctx0" brushRef="#br0" timeOffset="1">203 462 22197 0 0,'-22'15'3986'0'0,"38"-25"-2779"0"0,14-8-1871 0 0,-14 8-2965 0 0,-1 1-7052 0 0,-9 5 1834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5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3 13691 0 0,'0'0'108'0'0,"0"0"0"0"0,0 0 0 0 0,0-1 0 0 0,-1 1 0 0 0,1 0 0 0 0,0 0 0 0 0,-1 0 0 0 0,1 0 0 0 0,0 0 0 0 0,0-1 0 0 0,-1 1 0 0 0,1 0 0 0 0,0 0 0 0 0,-1 0 0 0 0,1 0 0 0 0,0 0 0 0 0,0 0 0 0 0,-1 0 1 0 0,1 0-1 0 0,0 0 0 0 0,-1 0 0 0 0,1 0 0 0 0,0 0 0 0 0,-1 0 0 0 0,1 0 0 0 0,0 0 0 0 0,0 0 0 0 0,-1 1 0 0 0,1-1 0 0 0,0 0 0 0 0,-1 0 0 0 0,1 0 0 0 0,0 0 0 0 0,0 1 0 0 0,-1-1 0 0 0,1 0-108 0 0,-10 13 1442 0 0,-2 16-432 0 0,-21 144 822 0 0,19-91-3493 0 0,-12 33 1661 0 0,24-105 237 0 0,0 0-5571 0 0,2-11-72 0 0,1-10 1702 0 0,-1 1-2020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5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0 7530 0 0,'14'9'7777'0'0,"18"2"-4929"0"0,2-7-1411 0 0,0 0 1 0 0,31-2-1438 0 0,2 0-3125 0 0,-43-3-5279 0 0,-18-1 1496 0 0</inkml:trace>
  <inkml:trace contextRef="#ctx0" brushRef="#br0" timeOffset="1">7 455 15067 0 0,'-4'-4'5579'0'0,"1"1"-2388"0"0,7 2-3260 0 0,13-3 326 0 0,21-6 35 0 0,44-14-45 0 0,1 3 1 0 0,1 4-1 0 0,71-4-247 0 0,-135 19-195 0 0,32-1-4072 0 0,26-6 4267 0 0,-60 5-4094 0 0,0 0 1 0 0,0-1-1 0 0,11-5 4094 0 0,-12 3-6828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6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9098 0 0,'0'0'434'0'0,"-1"-1"0"0"0,1 1-1 0 0,0-1 1 0 0,0 1 0 0 0,0-1 0 0 0,0 1 0 0 0,0-1-1 0 0,0 1 1 0 0,0-1 0 0 0,0 1 0 0 0,1-1 0 0 0,-1 1 0 0 0,0-1-1 0 0,0 1 1 0 0,0-1 0 0 0,0 1 0 0 0,1-1 0 0 0,-1 1-1 0 0,0 0 1 0 0,1-1 0 0 0,-1 1 0 0 0,0-1 0 0 0,1 1 0 0 0,-1 0-434 0 0,14-8 4242 0 0,27 2-4601 0 0,-19 3 1233 0 0,155-48-639 0 0,-116 32-1311 0 0,-28 7-981 0 0,-13 4-1289 0 0,0 1-4659 0 0,-18 6 5138 0 0,-2 1-3116 0 0</inkml:trace>
  <inkml:trace contextRef="#ctx0" brushRef="#br0" timeOffset="1">217 121 8962 0 0,'-4'10'1897'0'0,"0"-1"0"0"0,1 1 1 0 0,0 0-1 0 0,0 0 0 0 0,1 2-1897 0 0,-9 88 3508 0 0,8-64-3071 0 0,2-29-517 0 0,1 0 0 0 0,0 0-1 0 0,0 0 1 0 0,0 0 0 0 0,1 0 0 0 0,0 4 80 0 0,9 7-3805 0 0,-9-18 3483 0 0,-1 0 0 0 0,1 0 0 0 0,-1 0 0 0 0,0 0 0 0 0,1 0 0 0 0,-1 0 1 0 0,1 0-1 0 0,-1-1 0 0 0,1 1 0 0 0,-1 0 0 0 0,1 0 0 0 0,-1 0 0 0 0,1-1 0 0 0,-1 1 1 0 0,0 0-1 0 0,1 0 0 0 0,-1-1 0 0 0,1 1 0 0 0,-1 0 0 0 0,0-1 0 0 0,1 1 1 0 0,-1-1-1 0 0,0 1 0 0 0,0 0 0 0 0,1-1 0 0 0,-1 1 0 0 0,0-1 0 0 0,0 1 1 0 0,0-1-1 0 0,1 1 0 0 0,-1 0 0 0 0,0-1 322 0 0,4-8-6343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6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84 204 14019 0 0,'-30'56'6570'0'0,"3"8"-4027"0"0,21-48-2310 0 0,1 1 1 0 0,0 0 0 0 0,2 0-1 0 0,0 0 1 0 0,1 0-1 0 0,0 11-233 0 0,2-25 23 0 0,0 0 0 0 0,0-1-1 0 0,0 1 1 0 0,0-1 0 0 0,1 1-1 0 0,-1-1 1 0 0,1 1 0 0 0,0-1-1 0 0,-1 0 1 0 0,1 1 0 0 0,1-1 0 0 0,-1 0-1 0 0,0 1 1 0 0,0-1 0 0 0,1 0-1 0 0,0 0-22 0 0,-2-1 9 0 0,1 0-1 0 0,0-1 1 0 0,0 1-1 0 0,0-1 1 0 0,0 1-1 0 0,0-1 1 0 0,0 1-1 0 0,0-1 1 0 0,1 0-1 0 0,-1 0 1 0 0,0 1-1 0 0,0-1 1 0 0,0 0-1 0 0,0 0 1 0 0,0 0-1 0 0,0 0 1 0 0,0 0-1 0 0,1 0 1 0 0,-1 0-1 0 0,0-1 1 0 0,0 1-1 0 0,0 0 1 0 0,0-1-1 0 0,0 1 1 0 0,0-1-1 0 0,0 1 0 0 0,0-1 1 0 0,0 1-1 0 0,0-1 1 0 0,0 0-1 0 0,0 1 1 0 0,-1-1-1 0 0,1 0 1 0 0,0 0-1 0 0,0 0-8 0 0,19-17 81 0 0,-1-1 0 0 0,6-9-81 0 0,36-35-208 0 0,-52 55 219 0 0,46-41-4176 0 0,-32 20-2101 0 0,-5-2-3956 0 0,-13 17 5725 0 0</inkml:trace>
  <inkml:trace contextRef="#ctx0" brushRef="#br0" timeOffset="1">304 3 12339 0 0,'0'0'160'0'0,"0"-1"1"0"0,0 1 0 0 0,0 0 0 0 0,0 0 0 0 0,-1 0 0 0 0,1 0-1 0 0,0 0 1 0 0,0-1 0 0 0,0 1 0 0 0,0 0 0 0 0,0 0-1 0 0,-1 0 1 0 0,1 0 0 0 0,0 0 0 0 0,0 0 0 0 0,0 0 0 0 0,-1 0-1 0 0,1 0 1 0 0,0 0 0 0 0,0 0 0 0 0,0 0 0 0 0,-1-1 0 0 0,1 1-1 0 0,0 1 1 0 0,0-1 0 0 0,0 0 0 0 0,-1 0 0 0 0,1 0-1 0 0,0 0 1 0 0,0 0 0 0 0,0 0 0 0 0,-1 0 0 0 0,1 0 0 0 0,0 0-1 0 0,0 0 1 0 0,0 0 0 0 0,-1 0 0 0 0,1 1 0 0 0,0-1-1 0 0,0 0 1 0 0,0 0 0 0 0,0 0 0 0 0,0 0 0 0 0,-1 0 0 0 0,1 1-1 0 0,0-1 1 0 0,0 0 0 0 0,0 0 0 0 0,0 0 0 0 0,0 0 0 0 0,0 1-1 0 0,0-1 1 0 0,0 0 0 0 0,0 0 0 0 0,0 0 0 0 0,0 1-1 0 0,0-1 1 0 0,0 0 0 0 0,0 0-161 0 0,-3 23 2371 0 0,4 27-2046 0 0,1 29 591 0 0,-4-1 1 0 0,-5 25-917 0 0,1-31 136 0 0,3 1 0 0 0,6 58-136 0 0,-3-124-253 0 0,1 0-1 0 0,-1 0 0 0 0,2 0 0 0 0,-1 0 0 0 0,0-1 0 0 0,1 1 1 0 0,1 0-1 0 0,-1-1 0 0 0,1 1 0 0 0,0-1 0 0 0,0 0 0 0 0,2 2 254 0 0,-5-8-154 0 0,0 0-1 0 0,1 1 1 0 0,-1-1-1 0 0,0 0 0 0 0,1 0 1 0 0,-1 0-1 0 0,1 1 0 0 0,-1-1 1 0 0,0 0-1 0 0,1 0 1 0 0,-1 0-1 0 0,0 0 0 0 0,1 0 1 0 0,-1 0-1 0 0,1 1 0 0 0,-1-1 1 0 0,1 0-1 0 0,-1 0 1 0 0,0-1-1 0 0,1 1 0 0 0,-1 0 1 0 0,1 0-1 0 0,-1 0 0 0 0,0 0 1 0 0,1 0-1 0 0,-1 0 1 0 0,1 0-1 0 0,-1-1 0 0 0,0 1 1 0 0,1 0-1 0 0,-1 0 0 0 0,0 0 1 0 0,1-1-1 0 0,-1 1 1 0 0,0 0-1 0 0,1-1 0 0 0,-1 1 1 0 0,0 0-1 0 0,0-1 0 0 0,1 1 1 0 0,-1 0-1 0 0,0-1 1 0 0,0 1-1 0 0,0 0 0 0 0,0-1 1 0 0,1 1-1 0 0,-1-1 0 0 0,0 1 1 0 0,0 0-1 0 0,0-1 155 0 0,9-24-6229 0 0,-8 22 5118 0 0,4-16-5848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6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71 113 14563 0 0,'-1'0'358'0'0,"-1"0"0"0"0,1 0 0 0 0,0 0 0 0 0,-1 0 0 0 0,1 0-1 0 0,0 0 1 0 0,0 0 0 0 0,-1 0 0 0 0,1 0 0 0 0,0 0 0 0 0,-1 1 0 0 0,1-1 0 0 0,0 0 0 0 0,0 1 0 0 0,0-1-1 0 0,-1 1 1 0 0,1 0 0 0 0,0-1 0 0 0,0 1 0 0 0,-1 1-358 0 0,0 0 310 0 0,-1 0-1 0 0,1 1 1 0 0,0 0 0 0 0,0-1-1 0 0,0 1 1 0 0,0 0 0 0 0,0 0-1 0 0,0 1-309 0 0,-3 6 247 0 0,2-1 0 0 0,-1 1 0 0 0,1 0 0 0 0,0 0 0 0 0,1 1-247 0 0,0-2 123 0 0,1 1-1 0 0,0-1 0 0 0,1 1 0 0 0,0 0 0 0 0,0-1 0 0 0,2 7-122 0 0,-2-13 6 0 0,0-1 0 0 0,1 1 0 0 0,-1-1 0 0 0,1 1 0 0 0,-1-1 0 0 0,1 0-1 0 0,0 1 1 0 0,0-1 0 0 0,0 0 0 0 0,0 0 0 0 0,1 0 0 0 0,-1 0 0 0 0,0 0 0 0 0,1 0 0 0 0,-1 0 0 0 0,1 0 0 0 0,0 0 0 0 0,0-1 0 0 0,0 1 0 0 0,0-1 0 0 0,0 1 0 0 0,0-1 0 0 0,0 0 0 0 0,0 0-1 0 0,0 0 1 0 0,1 0 0 0 0,-1 0 0 0 0,1 0-6 0 0,0-1 3 0 0,-1 0-1 0 0,1 0 1 0 0,-1 0-1 0 0,0-1 0 0 0,1 1 1 0 0,-1-1-1 0 0,1 1 1 0 0,-1-1-1 0 0,0 0 1 0 0,0 0-1 0 0,1 0 0 0 0,-1 0 1 0 0,0 0-1 0 0,0-1 1 0 0,0 1-1 0 0,0 0 0 0 0,0-1 1 0 0,0 0-1 0 0,-1 1 1 0 0,1-1-1 0 0,-1 0 1 0 0,2-2-3 0 0,6-7-39 0 0,-1-1 0 0 0,0 0 0 0 0,3-6 39 0 0,-4 6-90 0 0,-6 9 58 0 0,1 1 0 0 0,-1 0 1 0 0,1-1-1 0 0,-1 0 0 0 0,0 1 0 0 0,0-1 0 0 0,0 0 1 0 0,0 1-1 0 0,0-1 0 0 0,-1 0 0 0 0,1 0 0 0 0,-1 0 1 0 0,0 1-1 0 0,0-1 0 0 0,0 0 0 0 0,0 0 0 0 0,-1 0 1 0 0,1-2 31 0 0,-2 3-10 0 0,1 0-1 0 0,0 0 1 0 0,0 0 0 0 0,-1 0 0 0 0,1 0 0 0 0,-1 1 0 0 0,0-1 0 0 0,0 0-1 0 0,1 1 1 0 0,-1-1 0 0 0,0 1 0 0 0,0 0 0 0 0,0 0 0 0 0,0 0 0 0 0,-1 0-1 0 0,1 0 1 0 0,0 0 0 0 0,0 0 0 0 0,-1 1 0 0 0,1-1 0 0 0,0 1 0 0 0,-1-1-1 0 0,0 1 11 0 0,-10-1 23 0 0,10 1-7 0 0,-1 0 1 0 0,1 0-1 0 0,-1-1 0 0 0,1 1 1 0 0,-1-1-1 0 0,1 0 0 0 0,0 0 1 0 0,-2 0-17 0 0,6-3 12 0 0,1 0 0 0 0,-1 1 0 0 0,1-1 0 0 0,0 1 0 0 0,0-1 0 0 0,0 1 0 0 0,0 0-1 0 0,1 0 1 0 0,0 0 0 0 0,0-1-12 0 0,-3 4 1 0 0,16-19-14 0 0,1 1 1 0 0,0 1-1 0 0,2 0 13 0 0,-13 12 0 0 0,-1 1 0 0 0,1 0-1 0 0,0 0 1 0 0,0 0 0 0 0,1 0 0 0 0,-1 1 0 0 0,1 0 0 0 0,0 0-1 0 0,0 1 1 0 0,0 0 0 0 0,0 0 0 0 0,4 0 0 0 0,-10 2 11 0 0,0 0 1 0 0,0 0-1 0 0,0 0 0 0 0,-1 0 1 0 0,1 0-1 0 0,0 0 1 0 0,0 1-1 0 0,0-1 1 0 0,0 0-1 0 0,0 0 0 0 0,-1 1 1 0 0,1-1-1 0 0,0 0 1 0 0,0 1-1 0 0,0-1 1 0 0,-1 1-1 0 0,1-1 0 0 0,0 1 1 0 0,-1-1-1 0 0,1 1 1 0 0,0 0-1 0 0,-1-1 1 0 0,1 1-1 0 0,-1 0 0 0 0,1 0 1 0 0,-1-1-1 0 0,1 1 1 0 0,-1 0-1 0 0,0 0 0 0 0,1 0 1 0 0,-1-1-1 0 0,0 1 1 0 0,1 0-1 0 0,-1 0 1 0 0,0 0-1 0 0,0 0 0 0 0,0 0 1 0 0,0 0-1 0 0,0-1 1 0 0,0 1-1 0 0,0 0 1 0 0,0 0-1 0 0,-1 0-11 0 0,-7 49 677 0 0,5-32-533 0 0,-14 128 747 0 0,7 1 0 0 0,7 49-891 0 0,3-180-209 0 0,0 1 1 0 0,1-1 0 0 0,1 1 0 0 0,0-1-1 0 0,2 0 1 0 0,-1 0 0 0 0,2 0-1 0 0,0 0 1 0 0,1-1 0 0 0,1 1 208 0 0,-7-16-113 0 0,0 0 0 0 0,0 1 0 0 0,0-1 0 0 0,0 0 0 0 0,1 1 0 0 0,-1-1 1 0 0,0 0-1 0 0,0 1 0 0 0,0-1 0 0 0,0 0 0 0 0,1 1 0 0 0,-1-1 0 0 0,0 0 0 0 0,0 0 0 0 0,1 1 1 0 0,-1-1-1 0 0,0 0 0 0 0,1 0 0 0 0,-1 0 0 0 0,0 1 0 0 0,1-1 0 0 0,-1 0 0 0 0,0 0 0 0 0,1 0 1 0 0,-1 0-1 0 0,0 0 0 0 0,1 0 0 0 0,-1 0 0 0 0,0 1 0 0 0,1-1 0 0 0,-1 0 0 0 0,1 0 1 0 0,-1 0-1 0 0,0 0 0 0 0,1-1 0 0 0,-1 1 0 0 0,0 0 0 0 0,1 0 0 0 0,-1 0 0 0 0,0 0 0 0 0,1 0 1 0 0,-1 0-1 0 0,0-1 0 0 0,1 1 0 0 0,-1 0 0 0 0,0 0 0 0 0,1 0 0 0 0,-1-1 0 0 0,0 1 1 0 0,0 0-1 0 0,1 0 0 0 0,-1-1 0 0 0,0 1 0 0 0,0 0 0 0 0,0-1 0 0 0,1 1 0 0 0,-1 0 0 0 0,0-1 1 0 0,0 1-1 0 0,0 0 0 0 0,0-1 0 0 0,0 1 0 0 0,0 0 0 0 0,1-1 0 0 0,-1 1 0 0 0,0 0 1 0 0,0-1-1 0 0,0 1 0 0 0,0-1 0 0 0,0 1 113 0 0,9-34-9022 0 0,-8 29 7352 0 0,4-16-5498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7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18324 0 0,'4'53'5998'0'0,"4"3"-3801"0"0,-4-30-2053 0 0,0 0-1 0 0,-2 1 1 0 0,0-1 0 0 0,-3 21-144 0 0,-2-36 105 0 0,0-16 0 0 0,0-19-88 0 0,4 12-22 0 0,2-32 32 0 0,1 1-1 0 0,3-7-26 0 0,-5 40-1 0 0,1-1-1 0 0,-1 1 1 0 0,1-1 0 0 0,1 1 0 0 0,0 0-1 0 0,1 0 1 0 0,0 0 0 0 0,0 1 0 0 0,1 0-1 0 0,0 0 1 0 0,2-2 1 0 0,-6 9 3 0 0,-1 0-1 0 0,1 0 1 0 0,0 1 0 0 0,0-1-1 0 0,0 0 1 0 0,0 1-1 0 0,0-1 1 0 0,0 1 0 0 0,0 0-1 0 0,0-1 1 0 0,0 1-1 0 0,1 0 1 0 0,-1 1-1 0 0,0-1 1 0 0,1 0 0 0 0,-1 1-1 0 0,1-1 1 0 0,-1 1-1 0 0,1 0 1 0 0,-1-1 0 0 0,1 1-1 0 0,-1 0 1 0 0,1 1-1 0 0,-1-1 1 0 0,1 0 0 0 0,-1 1-1 0 0,1 0 1 0 0,-1-1-1 0 0,0 1 1 0 0,1 0 0 0 0,-1 0-1 0 0,0 0 1 0 0,0 1-1 0 0,0-1 1 0 0,1 0 0 0 0,-1 1-1 0 0,-1-1 1 0 0,1 1-1 0 0,0 0 1 0 0,1 1-3 0 0,1 1 11 0 0,-1 0 0 0 0,1 0 0 0 0,-1 1 0 0 0,0 0 0 0 0,0-1-1 0 0,0 1 1 0 0,0 0 0 0 0,-1 0 0 0 0,0 1 0 0 0,0-1 0 0 0,-1 0 0 0 0,1 1 0 0 0,-1-1 0 0 0,0 1 0 0 0,-1 0 0 0 0,1-1 0 0 0,-1 5-11 0 0,-1-3 19 0 0,-1 0 0 0 0,0 0 1 0 0,0 0-1 0 0,0 0 0 0 0,-1-1 0 0 0,0 1 1 0 0,0-1-1 0 0,-1 0 0 0 0,1 0 1 0 0,-2 0-1 0 0,1 0 0 0 0,0-1 1 0 0,-1 0-1 0 0,0 0 0 0 0,-4 4-19 0 0,0-2-448 0 0,0 1 0 0 0,-1-1 0 0 0,0-1 0 0 0,0 0 0 0 0,0 0 0 0 0,-1-1 0 0 0,0 0 0 0 0,0-1 0 0 0,-2 0 448 0 0,-1-2-2425 0 0,13-2 2003 0 0,1 0 0 0 0,-1-1 0 0 0,0 1 0 0 0,1 0 0 0 0,-1 0 0 0 0,0-1 1 0 0,1 1-1 0 0,-1-1 0 0 0,1 1 0 0 0,-1 0 0 0 0,1-1 0 0 0,-1 1 0 0 0,1-1 1 0 0,-1 1-1 0 0,1-1 0 0 0,-1 1 0 0 0,1-1 0 0 0,-1 0 0 0 0,1 1 0 0 0,0-1 1 0 0,0 0-1 0 0,-1 1 0 0 0,1-1 0 0 0,0 0 0 0 0,0 1 0 0 0,0-1 0 0 0,-1 0 1 0 0,1 1-1 0 0,0-1 0 0 0,0 0 0 0 0,0 1 0 0 0,0-1 0 0 0,0 0 0 0 0,1 0 1 0 0,-1 1-1 0 0,0-1 0 0 0,0 0 0 0 0,0 1 0 0 0,1-1 0 0 0,-1 0 422 0 0,2-10-4594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8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 15323 0 0,'0'0'142'0'0,"0"-1"-1"0"0,0 1 1 0 0,0 0-1 0 0,0 0 1 0 0,1-1-1 0 0,-1 1 1 0 0,0 0-1 0 0,0 0 1 0 0,0-1 0 0 0,0 1-1 0 0,0 0 1 0 0,0 0-1 0 0,1 0 1 0 0,-1-1-1 0 0,0 1 1 0 0,0 0-1 0 0,0 0 1 0 0,1 0-1 0 0,-1 0 1 0 0,0-1-1 0 0,0 1 1 0 0,0 0-1 0 0,1 0 1 0 0,-1 0-1 0 0,0 0 1 0 0,0 0-1 0 0,1 0 1 0 0,-1 0-1 0 0,0 0 1 0 0,0-1-1 0 0,1 1 1 0 0,-1 0 0 0 0,0 0-1 0 0,0 0 1 0 0,1 0-1 0 0,-1 1 1 0 0,0-1-1 0 0,1 0 1 0 0,-1 0-1 0 0,0 0 1 0 0,0 0-1 0 0,1 0 1 0 0,-1 0-1 0 0,0 0 1 0 0,0 0-1 0 0,0 0 1 0 0,1 1-1 0 0,-1-1 1 0 0,0 0-142 0 0,6 18 2665 0 0,-2 32-1864 0 0,-4-45-378 0 0,1 81 648 0 0,-1-32-644 0 0,2 0 1 0 0,4 11-428 0 0,-6-62 6 0 0,0-1 0 0 0,0 1 1 0 0,1-1-1 0 0,-1 1 0 0 0,1 0 1 0 0,0-1-1 0 0,0 0 0 0 0,0 1 1 0 0,0-1-1 0 0,0 0 0 0 0,0 1 1 0 0,0-1-1 0 0,1 0 0 0 0,-1 0 1 0 0,1 0-1 0 0,0 0 0 0 0,0 0 1 0 0,0 0-1 0 0,0-1 0 0 0,0 1 1 0 0,1 0-7 0 0,-1-1-1 0 0,0-1 1 0 0,0 0 0 0 0,0 1-1 0 0,0-1 1 0 0,0 0 0 0 0,0 0-1 0 0,0 0 1 0 0,0-1 0 0 0,0 1-1 0 0,0 0 1 0 0,0-1 0 0 0,0 1-1 0 0,0-1 1 0 0,0 0-1 0 0,0 1 1 0 0,0-1 0 0 0,-1 0-1 0 0,1 0 1 0 0,0 0 0 0 0,0-1-1 0 0,-1 1 1 0 0,1 0 0 0 0,-1-1-1 0 0,1 1 1 0 0,-1-1 0 0 0,1 0 0 0 0,48-42-335 0 0,11-11-2138 0 0,-24 17-9149 0 0,-34 32 3827 0 0,-3 4 1831 0 0</inkml:trace>
  <inkml:trace contextRef="#ctx0" brushRef="#br0" timeOffset="1">41 452 13195 0 0,'-6'8'1351'0'0,"1"0"0"0"0,0 1-1 0 0,1-1 1 0 0,0 1 0 0 0,1 1 0 0 0,-2 4-1351 0 0,2-5 570 0 0,2-1 0 0 0,-1 0 0 0 0,1 0 0 0 0,0 1-1 0 0,0-1 1 0 0,1 1 0 0 0,1 6-570 0 0,-1-11 89 0 0,1 1-1 0 0,0-1 0 0 0,0 1 1 0 0,0-1-1 0 0,0 0 1 0 0,0 0-1 0 0,1 1 0 0 0,0-1 1 0 0,0 0-1 0 0,0-1 1 0 0,1 1-1 0 0,-1 0 1 0 0,1 0-1 0 0,0-1 0 0 0,0 0 1 0 0,0 1-1 0 0,0-1 1 0 0,0-1-1 0 0,1 1 0 0 0,-1 0 1 0 0,1-1-1 0 0,0 1 1 0 0,0-1-1 0 0,0 0 0 0 0,0-1 1 0 0,0 1-1 0 0,0-1 1 0 0,1 1-1 0 0,-1-1 1 0 0,0-1-1 0 0,5 1-88 0 0,0 0 45 0 0,0-1 1 0 0,-1 0-1 0 0,1-1 1 0 0,0 0-1 0 0,0 0 0 0 0,0-1 1 0 0,-1 0-1 0 0,1-1 0 0 0,-1 0 1 0 0,1 0-1 0 0,-1 0 1 0 0,0-2-46 0 0,3 0-348 0 0,-1-1 1 0 0,0 0 0 0 0,0 0 0 0 0,0-1 0 0 0,-1-1 0 0 0,0 1 0 0 0,0-2 0 0 0,5-6 347 0 0,1-9-4819 0 0,-15 23 4163 0 0,0-1 0 0 0,1 1 0 0 0,-1-1 0 0 0,0 1 1 0 0,0 0-1 0 0,0-1 0 0 0,0 1 0 0 0,0-1 0 0 0,0 1 0 0 0,0-1 0 0 0,-1 1 0 0 0,1 0 0 0 0,0-1 0 0 0,-1 1 0 0 0,1 0 0 0 0,-1-1 1 0 0,1 1-1 0 0,-1-1 656 0 0,-5-8-6540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8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1 253 20164 0 0,'3'0'3492'0'0,"17"2"-3444"0"0,22-2 397 0 0,0-3 0 0 0,-1-1-1 0 0,1-2 1 0 0,28-9-445 0 0,5 1 607 0 0,500-77 1574 0 0,200 10-2181 0 0,-648 73-52 0 0,1 5 0 0 0,113 13 52 0 0,-223-9 170 0 0,-13-5-4083 0 0,-20-14-9012 0 0,5 9 8889 0 0,1 0-3139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2:38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20244 0 0,'0'-1'129'0'0,"0"-1"-1"0"0,0 1 1 0 0,0-1-1 0 0,0 1 1 0 0,1-1 0 0 0,-1 1-1 0 0,0 0 1 0 0,1-1-1 0 0,-1 1 1 0 0,1-1-1 0 0,-1 1 1 0 0,1 0-1 0 0,0-1 1 0 0,-1 1-1 0 0,1 0 1 0 0,0 0-1 0 0,0 0 1 0 0,0 0-1 0 0,0-1 1 0 0,0 1 0 0 0,0 0-1 0 0,0 1 1 0 0,1-1-1 0 0,-1 0 1 0 0,0 0-129 0 0,2 0 93 0 0,0 0 0 0 0,0 0 0 0 0,0 0 0 0 0,0 0 0 0 0,0 0 1 0 0,1 1-1 0 0,-1 0 0 0 0,0-1 0 0 0,0 1 0 0 0,0 0 0 0 0,0 1 0 0 0,1-1-93 0 0,3 1 67 0 0,1 0-1 0 0,-1 1 0 0 0,1 0 1 0 0,-1 0-1 0 0,0 0 0 0 0,1 1 1 0 0,-2 0-1 0 0,1 1 0 0 0,0-1 1 0 0,1 2-67 0 0,-5-3 50 0 0,0 0-1 0 0,-1 0 1 0 0,1 0 0 0 0,0 1 0 0 0,-1-1 0 0 0,0 0-1 0 0,1 1 1 0 0,-1 0 0 0 0,0 0 0 0 0,0-1 0 0 0,-1 1-1 0 0,1 0 1 0 0,-1 0 0 0 0,1 1 0 0 0,-1-1 0 0 0,0 0-1 0 0,0 0 1 0 0,0 1 0 0 0,-1-1 0 0 0,1 1 0 0 0,-1-1-1 0 0,0 0 1 0 0,0 1 0 0 0,0-1 0 0 0,0 1 0 0 0,0-1-1 0 0,-1 0 1 0 0,0 1 0 0 0,0-1 0 0 0,0 0 0 0 0,0 1-1 0 0,0-1 1 0 0,0 0 0 0 0,-1 0 0 0 0,0 0 0 0 0,1 0-1 0 0,-1 0 1 0 0,0-1 0 0 0,-1 1 0 0 0,1 0-1 0 0,0-1 1 0 0,-1 0 0 0 0,1 1 0 0 0,-2-1-50 0 0,-44 36 660 0 0,35-29-503 0 0,0 0 1 0 0,1 1-1 0 0,0 1 0 0 0,-2 3-157 0 0,14-14 2 0 0,-1 0 0 0 0,1 1-1 0 0,-1-1 1 0 0,1 0-1 0 0,-1 1 1 0 0,1-1-1 0 0,0 1 1 0 0,-1-1 0 0 0,1 1-1 0 0,-1-1 1 0 0,1 1-1 0 0,0-1 1 0 0,-1 1-1 0 0,1 0 1 0 0,0-1 0 0 0,0 1-1 0 0,0-1 1 0 0,-1 1-1 0 0,1 0 1 0 0,0-1-1 0 0,0 1 1 0 0,0-1 0 0 0,0 1-1 0 0,0 0 1 0 0,0-1-1 0 0,0 1 1 0 0,0 0-1 0 0,0-1 1 0 0,0 1 0 0 0,1-1-1 0 0,-1 1 1 0 0,0 0-1 0 0,0-1 1 0 0,1 1-1 0 0,-1-1 1 0 0,0 1-2 0 0,2 0-5 0 0,0 0 0 0 0,-1 0 0 0 0,1 0 0 0 0,-1-1-1 0 0,1 1 1 0 0,0-1 0 0 0,-1 1 0 0 0,1-1 0 0 0,0 0 0 0 0,0 0 0 0 0,0 1 0 0 0,-1-1 0 0 0,2-1 5 0 0,55-5-1707 0 0,-26-3-1892 0 0,-1-2-5315 0 0,-12 4 1128 0 0,-9 3 1090 0 0</inkml:trace>
  <inkml:trace contextRef="#ctx0" brushRef="#br0" timeOffset="1">197 561 21637 0 0,'-4'0'2344'0'0,"1"3"-1760"0"0,1 0-288 0 0,-1 0-16 0 0,2-2 8 0 0,1-1-80 0 0,1 0-87 0 0,-1 0-41 0 0,2-1-112 0 0,0 1-8 0 0,1-1-209 0 0,1-1-479 0 0,-1 0-808 0 0,4 1-1865 0 0,-1-2-1408 0 0,1 2-1584 0 0,-3-3-2249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5:56:0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321 590 22005 0 0,'-2'0'1544'0'0,"0"2"-1160"0"0,-1-1-192 0 0,0 1 16 0 0,1 0-8 0 0,1-1 88 0 0,0 0-32 0 0,1 0-136 0 0,-1 0-80 0 0,0 1-128 0 0,1-1-248 0 0,-1 1-248 0 0,2 1-544 0 0,-1 0-872 0 0,1 0-1409 0 0,1 0-1280 0 0,-1 0-4425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3:13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701 420 9826 0 0,'0'0'1112'0'0,"0"0"-640"0"0,3 2-312 0 0,-1-4-160 0 0,1 2-168 0 0,1-2-480 0 0,1-1-512 0 0,5-2-336 0 0,-3 0-5202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50:20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1198 524 10778 0 0,'-168'43'8936'0'0,"61"-24"-6633"0"0,-38 7 1030 0 0,-66 1-3333 0 0,166-24 148 0 0,0-2-1 0 0,0-1 1 0 0,0-3-1 0 0,0-1 1 0 0,0-2-1 0 0,-37-12-147 0 0,67 14 9 0 0,1 0-1 0 0,0-2 1 0 0,0 0 0 0 0,0 0 0 0 0,1-2-1 0 0,0 1 1 0 0,1-2 0 0 0,-1 1 0 0 0,2-2-1 0 0,-1 0 1 0 0,1 0 0 0 0,-4-6-9 0 0,10 10-2 0 0,1 1 1 0 0,-1-1 0 0 0,1-1-1 0 0,1 1 1 0 0,-1 0 0 0 0,1-1 0 0 0,0 0-1 0 0,0 0 1 0 0,1 0 0 0 0,0 0-1 0 0,0 0 1 0 0,1 0 0 0 0,0 0-1 0 0,0-1 1 0 0,1 1 0 0 0,-1 0-1 0 0,2-1 1 0 0,-1 1 0 0 0,1 0-1 0 0,0-1 1 0 0,1 1 0 0 0,-1 0 0 0 0,2 0-1 0 0,-1 0 1 0 0,1 0 0 0 0,0-1 1 0 0,5-7-6 0 0,0 1 0 0 0,1 1 1 0 0,0 0-1 0 0,1 0 1 0 0,1 1-1 0 0,0 0 0 0 0,0 1 1 0 0,1 0-1 0 0,12-8 6 0 0,6-3 2 0 0,1 1 0 0 0,2 2-1 0 0,22-10-1 0 0,-16 11 16 0 0,0 2 0 0 0,1 2 1 0 0,1 2-1 0 0,0 1 0 0 0,1 3 0 0 0,0 1 0 0 0,0 2 0 0 0,0 1 0 0 0,1 3 0 0 0,-1 1 0 0 0,1 3 0 0 0,-1 1 0 0 0,0 2 1 0 0,0 2-1 0 0,39 13-16 0 0,-64-16 4 0 0,0 1 0 0 0,0 1 0 0 0,-1 0 0 0 0,0 1 0 0 0,-1 1 1 0 0,0 1-1 0 0,0 0 0 0 0,-1 1 0 0 0,6 6-4 0 0,-15-13-11 0 0,-1 0 0 0 0,0 0 0 0 0,0 1 1 0 0,0-1-1 0 0,-1 1 0 0 0,1 0 0 0 0,-1 0 0 0 0,-1 1 0 0 0,1-1 0 0 0,-1 0 1 0 0,1 1-1 0 0,-2 0 0 0 0,1-1 0 0 0,-1 1 0 0 0,1 0 0 0 0,-1 0 0 0 0,-1 0 1 0 0,0 0-1 0 0,1 0 0 0 0,-2 0 0 0 0,1 0 0 0 0,-1 0 0 0 0,0 0 1 0 0,0 0-1 0 0,0-1 0 0 0,-1 1 0 0 0,0 0 0 0 0,0-1 0 0 0,-2 4 11 0 0,-4 6-825 0 0,0-1-1 0 0,-1 0 1 0 0,-1-1-1 0 0,0 1 1 0 0,-9 7 825 0 0,-33 31-9506 0 0,30-31 1100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1:06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9850 5693 22341 0 0,'-58'-13'822'0'0,"-1"2"1"0"0,0 2 0 0 0,0 4-1 0 0,0 1 1 0 0,-20 4-823 0 0,-110 9 183 0 0,-1 8-183 0 0,133-12 293 0 0,-630 78 27 0 0,-209 17-546 0 0,236-71 301 0 0,0-29-1 0 0,0-29 0 0 0,-238-56-74 0 0,-19-36 346 0 0,6-42-56 0 0,621 96-259 0 0,4-12-1 0 0,-89-45-30 0 0,236 70-15 0 0,2-6 0 0 0,3-5 0 0 0,3-7 0 0 0,3-5 0 0 0,-72-60 15 0 0,120 74-26 0 0,3-3 1 0 0,2-3-1 0 0,4-3 1 0 0,3-4-1 0 0,3-3 1 0 0,4-2 0 0 0,3-3-1 0 0,4-2 1 0 0,4-2-1 0 0,3-3 1 0 0,5-2-1 0 0,4-1 1 0 0,4-2 0 0 0,4-1-1 0 0,-3-33 26 0 0,16 40 11 0 0,3 0 0 0 0,4-1 1 0 0,4-1-1 0 0,5 1 0 0 0,7-71-11 0 0,2 90 20 0 0,2 1 0 0 0,4 1-1 0 0,2 0 1 0 0,4 0 0 0 0,3 2 0 0 0,2 1 0 0 0,23-40-20 0 0,2 14 22 0 0,4 1-1 0 0,4 4 1 0 0,4 2 0 0 0,50-53-22 0 0,-17 34 23 0 0,6 3 0 0 0,3 5 0 0 0,30-16-23 0 0,6 9-27 0 0,4 5 0 0 0,4 7 0 0 0,78-33 27 0 0,39-3-114 0 0,185-59 114 0 0,-146 81-237 0 0,5 13-1 0 0,265-42 238 0 0,-120 58-93 0 0,316-9 93 0 0,-246 56 57 0 0,1 23 0 0 0,322 44-57 0 0,-383 9 61 0 0,-3 21 0 0 0,-2 20-1 0 0,26 28-60 0 0,-42 10 168 0 0,198 93-168 0 0,-380-113 15 0 0,-4 11 0 0 0,-6 11 1 0 0,4 17-16 0 0,-116-57 0 0 0,-3 6 0 0 0,-5 5 0 0 0,-4 7 0 0 0,-5 4 0 0 0,61 75 0 0 0,-104-95-10 0 0,-5 4 0 0 0,-4 3 0 0 0,31 58 10 0 0,-53-71-22 0 0,-4 2-1 0 0,-4 2 1 0 0,-4 1 0 0 0,15 60 22 0 0,-30-75-18 0 0,-3 2 0 0 0,-4 0 0 0 0,-3 1 0 0 0,-3 0 0 0 0,-4 0 0 0 0,-3 0 0 0 0,-3 1 0 0 0,-4-1 0 0 0,-7 30 18 0 0,1-38-23 0 0,-4 0 1 0 0,-2-1-1 0 0,-3-1 0 0 0,-3 0 0 0 0,-3-2 0 0 0,-3-2 1 0 0,-2 0-1 0 0,-3-2 0 0 0,-2-2 0 0 0,-22 24 23 0 0,-10 3-78 0 0,-4-3 0 0 0,-3-4-1 0 0,-71 56 79 0 0,29-39-309 0 0,-4-6 1 0 0,-66 34 308 0 0,-23-1-2191 0 0,-44 10 2191 0 0,-225 88-4956 0 0,-215 56-8675 0 0,445-193 8193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9:04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1690 597 13635 0 0,'-62'14'2259'0'0,"16"-3"-540"0"0,0-2 0 0 0,0-2 0 0 0,-26 0-1719 0 0,21-7 640 0 0,0-2 0 0 0,0-2 0 0 0,1-2 0 0 0,-45-12-640 0 0,-28-14 1329 0 0,-43-21-1329 0 0,-568-169 1554 0 0,722 219-1552 0 0,-35-11 27 0 0,44 13-28 0 0,0 0 1 0 0,0 0-1 0 0,0-1 1 0 0,0 1-1 0 0,0-1 1 0 0,1 0-1 0 0,-1 0 1 0 0,0 0-1 0 0,1 0 1 0 0,-1 0-1 0 0,1-1 1 0 0,-1 0-2 0 0,3 3-3 0 0,0-1 1 0 0,-1 0-1 0 0,1 0 1 0 0,0 0-1 0 0,0 1 1 0 0,0-1-1 0 0,-1 0 1 0 0,1 0-1 0 0,0 0 1 0 0,0 0-1 0 0,0 0 1 0 0,0 1-1 0 0,0-1 1 0 0,0 0-1 0 0,1 0 1 0 0,-1 0-1 0 0,0 0 1 0 0,0 1-1 0 0,1-1 1 0 0,-1 0-1 0 0,0 0 0 0 0,1 0 1 0 0,-1 1-1 0 0,1-1 1 0 0,-1 0-1 0 0,1 1 1 0 0,-1-1-1 0 0,1 0 1 0 0,-1 1-1 0 0,1-1 1 0 0,0 1-1 0 0,0-1 3 0 0,26-19-34 0 0,-22 17 40 0 0,21-13-37 0 0,0 2 0 0 0,1 1 0 0 0,0 1 1 0 0,15-3 30 0 0,119-33-27 0 0,-138 42 46 0 0,87-22 5 0 0,1 5 0 0 0,1 5 1 0 0,1 5-1 0 0,38 3-24 0 0,-73 8 51 0 0,1 4 0 0 0,-1 3 0 0 0,0 4 1 0 0,0 3-1 0 0,-1 3 0 0 0,53 20-51 0 0,-107-29 44 0 0,-1 1 0 0 0,1 2 0 0 0,-1 0-1 0 0,-1 2 1 0 0,0 0 0 0 0,0 1 0 0 0,-1 1 0 0 0,11 11-44 0 0,-29-22 9 0 0,0 0 0 0 0,0 0-1 0 0,0 0 1 0 0,-1 0 0 0 0,1 0 0 0 0,-1 1 0 0 0,0-1 0 0 0,1 0 0 0 0,-1 1-1 0 0,0-1 1 0 0,0 1 0 0 0,-1 0 0 0 0,1-1 0 0 0,-1 1 0 0 0,1 0 0 0 0,-1-1 0 0 0,0 1-1 0 0,0 0 1 0 0,0 0 0 0 0,0-1 0 0 0,0 1 0 0 0,-1 0 0 0 0,1-1 0 0 0,-1 1 0 0 0,0 0-1 0 0,1-1 1 0 0,-1 1 0 0 0,-1-1 0 0 0,1 1 0 0 0,0-1 0 0 0,-1 1 0 0 0,1-1-1 0 0,-2 1-8 0 0,-4 9-5 0 0,-2-1 0 0 0,0 0 0 0 0,0-1 0 0 0,-1 0-1 0 0,0 0 1 0 0,-1-1 5 0 0,-63 48-1738 0 0,-2-3 1 0 0,-2-4-1 0 0,-12 3 1738 0 0,10-6-4022 0 0,10-6-1246 0 0,-3 0-3339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50:14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849 501 4945 0 0,'-5'-12'2147'0'0,"-10"-26"-2834"0"0,14 36 660 0 0,1 1 0 0 0,-1-1 0 0 0,1 1 0 0 0,0-1 0 0 0,-1 1 0 0 0,1 0 0 0 0,0-1 0 0 0,0 1 0 0 0,0-1 0 0 0,0 1 0 0 0,0-1 0 0 0,1 1 0 0 0,-1-1 0 0 0,0 1 1 0 0,1-1-1 0 0,-1 1 0 0 0,0 0 0 0 0,1-1 0 0 0,0 1 0 0 0,-1 0 0 0 0,1-1 0 0 0,0 1 27 0 0,6-4-89 0 0,1 4 4451 0 0,-7 4 304 0 0,-11 2-2057 0 0,-22 6-1590 0 0,0-2 1 0 0,0-1-1 0 0,-1-2 0 0 0,0-1 1 0 0,-28 0-1020 0 0,6-4 345 0 0,0-2 0 0 0,0-2 0 0 0,-6-3-345 0 0,22 1 339 0 0,1-2 0 0 0,0-1 0 0 0,0-2 1 0 0,-1-3-340 0 0,22 7 89 0 0,1 0 0 0 0,0-2 0 0 0,1 0 0 0 0,0 0 0 0 0,0-2 0 0 0,0 1 0 0 0,2-2 0 0 0,-1 0 0 0 0,1-1 0 0 0,-3-4-89 0 0,13 13 20 0 0,0 0 0 0 0,0-1 1 0 0,0 0-1 0 0,1 1 0 0 0,-1-1 0 0 0,1 0 1 0 0,0-1-1 0 0,0 1 0 0 0,0 0 0 0 0,1-1 1 0 0,-1 1-1 0 0,1 0 0 0 0,0-1 1 0 0,1 0-1 0 0,-1 1 0 0 0,1-1 0 0 0,0 1 1 0 0,0-1-1 0 0,0-1-20 0 0,1 1 10 0 0,0-1-1 0 0,1 1 1 0 0,0 0-1 0 0,0 0 1 0 0,0-1 0 0 0,1 1-1 0 0,-1 0 1 0 0,1 1 0 0 0,0-1-1 0 0,1 0 1 0 0,-1 1-1 0 0,1 0 1 0 0,0 0 0 0 0,0 0-1 0 0,3-2-9 0 0,14-10 5 0 0,0 0 0 0 0,1 2 0 0 0,0 1 1 0 0,1 1-1 0 0,0 0 0 0 0,1 2 0 0 0,1 1 0 0 0,-1 1 0 0 0,1 1 0 0 0,1 1 0 0 0,15-1-5 0 0,6 0 9 0 0,1 3 0 0 0,0 2 0 0 0,0 2-1 0 0,-1 2 1 0 0,43 7-9 0 0,-67-6 11 0 0,-1 2-1 0 0,1 0 0 0 0,-1 2 0 0 0,0 0 1 0 0,-1 1-1 0 0,0 2 0 0 0,0 0 1 0 0,11 8-11 0 0,-23-12 18 0 0,-1 0 1 0 0,1 0 0 0 0,-1 1 0 0 0,-1 0 0 0 0,1 1-1 0 0,-1 0 1 0 0,-1 0 0 0 0,1 0 0 0 0,0 3-19 0 0,-3-4 25 0 0,-1-1 0 0 0,0 1-1 0 0,0-1 1 0 0,0 1 0 0 0,-1 0 0 0 0,0 0 0 0 0,-1 0 0 0 0,1 0 0 0 0,-1 1 0 0 0,-1-1 0 0 0,1 0 0 0 0,-1 1 0 0 0,-1-1-1 0 0,1 0-24 0 0,-2 3 20 0 0,0-1 0 0 0,0-1 0 0 0,-1 1-1 0 0,0 0 1 0 0,-1-1 0 0 0,0 1-1 0 0,0-1 1 0 0,-1 0 0 0 0,0 0 0 0 0,0-1-1 0 0,-1 1 1 0 0,0-1 0 0 0,0-1-1 0 0,-1 1 1 0 0,1-1 0 0 0,-1 0 0 0 0,-1 0-1 0 0,-4 2-19 0 0,-9 6-136 0 0,0-2 0 0 0,-1 0 0 0 0,-1-1 0 0 0,0-1 0 0 0,0-1 0 0 0,-8 1 136 0 0,-98 23-5765 0 0,66-19-6938 0 0,50-11 5816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4:50:16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9122 0 0,'0'24'4146'0'0,"2"1"-1"0"0,3 18-4145 0 0,-3-29 540 0 0,1-1 1 0 0,1 1-1 0 0,0-1 0 0 0,1 1 0 0 0,3 5-540 0 0,-5-12 42 0 0,1-1 0 0 0,-1 0-1 0 0,1 0 1 0 0,0 0 0 0 0,0 0-1 0 0,1-1 1 0 0,0 0 0 0 0,0 0-1 0 0,0 0 1 0 0,0 0-1 0 0,1-1 1 0 0,0 0 0 0 0,0 0-1 0 0,0 0 1 0 0,0-1 0 0 0,0 0-1 0 0,1 0 1 0 0,0-1 0 0 0,-1 0-1 0 0,1 0 1 0 0,0 0 0 0 0,0-1-1 0 0,0 0 1 0 0,5 0-42 0 0,2 0 116 0 0,-1-1-1 0 0,1-1 1 0 0,0 0 0 0 0,0-1 0 0 0,0 0-1 0 0,0-1 1 0 0,-1-1 0 0 0,0 0 0 0 0,1-1 0 0 0,-2 0-1 0 0,3-2-115 0 0,20-12 374 0 0,-1-1-1 0 0,-1-2 1 0 0,5-5-374 0 0,5-4 310 0 0,23-11-310 0 0,-55 35 36 0 0,0 2 0 0 0,1-1 0 0 0,-1 2 0 0 0,1-1 0 0 0,0 2 0 0 0,1 0 0 0 0,-1 0 0 0 0,0 1 0 0 0,1 0 0 0 0,0 1 0 0 0,10 1-36 0 0,-8 1 87 0 0,-1 1 0 0 0,1 0 0 0 0,0 1 0 0 0,-1 1 0 0 0,1 0 0 0 0,-1 1 0 0 0,0 1 0 0 0,0 0 0 0 0,9 7-87 0 0,10 6 177 0 0,1-2 0 0 0,0-1 0 0 0,1-1 0 0 0,1-2-1 0 0,0-2 1 0 0,1-1 0 0 0,37 5-177 0 0,-45-12 71 0 0,0-1 0 0 0,0-2 0 0 0,0 0 0 0 0,19-4-71 0 0,-15-2 47 0 0,-1 0-1 0 0,0-2 0 0 0,0-1 1 0 0,-1-2-1 0 0,0-1 1 0 0,11-7-47 0 0,-20 9 27 0 0,0 1 0 0 0,1 1 0 0 0,0 0 1 0 0,1 2-1 0 0,0 1 0 0 0,0 1 1 0 0,0 0-1 0 0,0 2 0 0 0,0 1 0 0 0,1 1 1 0 0,-1 1-1 0 0,0 2 0 0 0,0 0 0 0 0,0 1 1 0 0,0 1-1 0 0,4 3-27 0 0,9 3 71 0 0,1-2 0 0 0,1-2 0 0 0,-1-1 0 0 0,1-2 1 0 0,0-1-1 0 0,0-3 0 0 0,0-1 0 0 0,0-1 0 0 0,0-3 0 0 0,-1-1 1 0 0,37-10-72 0 0,-4-4 20 0 0,22-7 38 0 0,65-7-58 0 0,-125 28 11 0 0,0 3 0 0 0,0 1 0 0 0,0 1 0 0 0,0 2 0 0 0,1 1 0 0 0,26 5-11 0 0,125 34 90 0 0,-98-20 61 0 0,0-4 0 0 0,30 0-151 0 0,-50-12 49 0 0,0-4-1 0 0,0-3 1 0 0,0-2 0 0 0,19-6-49 0 0,26-9 22 0 0,0-5 1 0 0,10-8-23 0 0,-92 24 8 0 0,0 2 0 0 0,0 1 0 0 0,1 1 0 0 0,0 2 1 0 0,-1 1-1 0 0,1 2 0 0 0,8 1-8 0 0,4 3 31 0 0,-1 2 1 0 0,0 2-1 0 0,0 1 1 0 0,37 16-32 0 0,-34-12 62 0 0,0-1 0 0 0,1-2 0 0 0,0-2 1 0 0,0-2-1 0 0,1-2 0 0 0,31-2-62 0 0,-12-4 57 0 0,-1-3 0 0 0,0-3 0 0 0,0-3 0 0 0,31-10-57 0 0,-56 10 20 0 0,47-10 71 0 0,76-7-91 0 0,-132 23 8 0 0,0 3 0 0 0,-1 0-1 0 0,1 2 1 0 0,0 2 0 0 0,-1 0 0 0 0,0 2-1 0 0,11 4-7 0 0,48 13 291 0 0,10-2-291 0 0,-61-14 79 0 0,0-2-1 0 0,0-2 1 0 0,1-1 0 0 0,-1-2-79 0 0,140-14 281 0 0,-58 3 992 0 0,-39 7-3358 0 0,-15 4-2920 0 0,1 3-4040 0 0,-44-2-2453 0 0,-12-2 7237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9:12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411 5 11202 0 0,'2'-4'4314'0'0,"-2"5"-1627"0"0,-10 9-962 0 0,-35 23-918 0 0,1 2-1 0 0,2 2 1 0 0,1 1 0 0 0,-8 15-807 0 0,-50 45 806 0 0,16-10-519 0 0,86-100-883 0 0,8-11 308 0 0,8-1-186 0 0,1 1 0 0 0,1 1 0 0 0,1 1 0 0 0,19-14 474 0 0,17-16-25 0 0,-27 21 345 0 0,2 2-1 0 0,1 1 1 0 0,2 1-320 0 0,6 3 413 0 0,-39 22-377 0 0,-1 0 1 0 0,1 0 0 0 0,-1 0-1 0 0,1 0 1 0 0,0 0-1 0 0,0 0 1 0 0,0 1-1 0 0,-1 0 1 0 0,1-1 0 0 0,0 1-1 0 0,0 0 1 0 0,0 0-1 0 0,0 1 1 0 0,-1-1 0 0 0,2 1-37 0 0,-4-1 21 0 0,0 1 0 0 0,0-1 0 0 0,0 1 0 0 0,1-1 0 0 0,-1 1 1 0 0,0-1-1 0 0,0 1 0 0 0,0-1 0 0 0,0 1 0 0 0,0 0 0 0 0,0-1 0 0 0,0 1 1 0 0,0-1-1 0 0,0 1 0 0 0,0-1 0 0 0,0 1 0 0 0,0 0 0 0 0,0-1 1 0 0,-1 1-1 0 0,1-1 0 0 0,0 1 0 0 0,0-1 0 0 0,-1 1 0 0 0,1-1 0 0 0,0 1 1 0 0,-1-1-1 0 0,1 1 0 0 0,0-1 0 0 0,-1 0 0 0 0,1 1 0 0 0,-1-1 1 0 0,1 1-22 0 0,-14 17 306 0 0,14-18-294 0 0,-46 49 419 0 0,-2-3 1 0 0,-1-1-1 0 0,-35 21-431 0 0,40-30 17 0 0,15-11-27 0 0,-1-2-1 0 0,-16 8 11 0 0,28-23-1596 0 0,23-18-3552 0 0,27-23-5574 0 0,-30 30 10019 0 0,11-9-5905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9:12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1 12587 0 0,'-4'2'930'0'0,"0"0"0"0"0,0 0 0 0 0,0 1 0 0 0,1-1 0 0 0,-1 1-1 0 0,1 0 1 0 0,-2 2-930 0 0,-38 46 3478 0 0,30-35-3008 0 0,-120 132 1577 0 0,128-138-1956 0 0,14-14-84 0 0,15-12-89 0 0,59-56-139 0 0,-38 31 161 0 0,14-6 60 0 0,-45 36 58 0 0,2 1 0 0 0,-1 0 0 0 0,1 2 0 0 0,0 0-1 0 0,1 0 1 0 0,4 0-58 0 0,-20 8 12 0 0,-1-1 0 0 0,0 1-1 0 0,0 0 1 0 0,1 0-1 0 0,-1 0 1 0 0,0-1-1 0 0,1 1 1 0 0,-1 0-1 0 0,0 0 1 0 0,1 0 0 0 0,-1 0-1 0 0,0 0 1 0 0,0 0-1 0 0,1 0 1 0 0,-1 0-1 0 0,0 0 1 0 0,1 0 0 0 0,-1 0-1 0 0,0 0 1 0 0,1 0-1 0 0,-1 0 1 0 0,0 0-1 0 0,1 0 1 0 0,-1 0-1 0 0,0 0 1 0 0,1 0 0 0 0,-1 0-1 0 0,0 0 1 0 0,1 1-1 0 0,-1-1 1 0 0,0 0-1 0 0,0 0 1 0 0,1 0 0 0 0,-1 1-1 0 0,0-1 1 0 0,0 0-1 0 0,1 0 1 0 0,-1 0-1 0 0,0 1-11 0 0,-6 13 374 0 0,-22 19 160 0 0,25-30-466 0 0,-45 47 508 0 0,-3-2-1 0 0,-53 38-575 0 0,-44 21-2712 0 0,124-93-1727 0 0,15-12-348 0 0,2-3-3862 0 0,3-2 1493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9:21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12050 4928 16516 0 0,'-1'-1'70'0'0,"1"0"0"0"0,-1-1 0 0 0,0 1 1 0 0,1 0-1 0 0,-1 0 0 0 0,0-1 0 0 0,0 1 1 0 0,0 0-1 0 0,0 0 0 0 0,0 0 0 0 0,0 0 1 0 0,0 0-1 0 0,0 0 0 0 0,0 0 1 0 0,0 1-1 0 0,-1-1 0 0 0,1 0 0 0 0,0 1 1 0 0,0-1-1 0 0,-1 1 0 0 0,1-1 0 0 0,-1 1 1 0 0,0-1-71 0 0,-36 3-494 0 0,33-2 601 0 0,-100 14-313 0 0,-153 16 1486 0 0,-1409 54 3959 0 0,-648 0-2833 0 0,2245-80-2400 0 0,-2419 81 306 0 0,-11-8 617 0 0,1163-35-958 0 0,1224-36 79 0 0,0 5 0 0 0,-50 14-50 0 0,148-22 28 0 0,7-1-8 0 0,1-1 0 0 0,-1 1 0 0 0,1-1 0 0 0,-1-1 0 0 0,1 1 0 0 0,-1-1 0 0 0,1-1 0 0 0,-1 1 0 0 0,-2-1-20 0 0,2-34 645 0 0,4 14-569 0 0,-71-270 230 0 0,17 57-182 0 0,-117-490-220 0 0,17 148-40 0 0,105 402 40 0 0,52 168 95 0 0,-157-578-225 0 0,135 469 124 0 0,4-1 1 0 0,5 0-1 0 0,6-1 0 0 0,4-19 102 0 0,5 33-12 0 0,6-240-152 0 0,1 221-22 0 0,18-94 186 0 0,-13 145-71 0 0,4 1 1 0 0,2 1 0 0 0,3 1 0 0 0,3 1 0 0 0,21-37 70 0 0,-42 96-3 0 0,0 1 0 0 0,1 1-1 0 0,0-1 1 0 0,0 1 0 0 0,0-1 0 0 0,1 2 0 0 0,0-1 0 0 0,0 0 0 0 0,1 1 0 0 0,-1 1-1 0 0,1-1 1 0 0,0 1 0 0 0,0 0 0 0 0,1 0 0 0 0,-1 1 0 0 0,1 0 0 0 0,0 0 0 0 0,0 1 3 0 0,22-5-11 0 0,0 0 1 0 0,1 3-1 0 0,0 0 1 0 0,7 2 10 0 0,10-2 53 0 0,36-5-58 0 0,680-82-12 0 0,-741 87 20 0 0,996-155 62 0 0,5 31-213 0 0,1092-58 152 0 0,2070-13 1088 0 0,-1790 225-486 0 0,-2195-21-558 0 0,63 2 181 0 0,54 17-229 0 0,-252-15 69 0 0,7 3-69 0 0,-53-8 11 0 0,-1 1 0 0 0,0 1 0 0 0,0 1 0 0 0,-1 0 0 0 0,18 11-11 0 0,-33-17 0 0 0,1 1-1 0 0,-1 0 1 0 0,0 0-1 0 0,-1 0 1 0 0,1 0-1 0 0,0 1 1 0 0,-1-1-1 0 0,1 1 1 0 0,-1 0-1 0 0,0 0 1 0 0,0 0-1 0 0,0 0 1 0 0,0 0-1 0 0,0 0 0 0 0,-1 0 1 0 0,1 0-1 0 0,-1 1 1 0 0,0-1-1 0 0,0 1 1 0 0,0 1 4 0 0,-1 0-1 0 0,0 0 1 0 0,0 0 0 0 0,0 0-1 0 0,0 0 1 0 0,-1-1-1 0 0,0 1 1 0 0,0 0-1 0 0,0 0 1 0 0,0-1 0 0 0,-1 1-1 0 0,-2 3-3 0 0,-5 11 7 0 0,-2-1 0 0 0,0-1-1 0 0,-1 1 1 0 0,-1-2 0 0 0,0 0 0 0 0,-1 0-7 0 0,-26 33 20 0 0,2 1 1 0 0,2 3-1 0 0,2 0 1 0 0,3 3 0 0 0,-20 51-21 0 0,-25 79 113 0 0,-4 36-113 0 0,64-173 10 0 0,-75 239 26 0 0,-31 192-36 0 0,-29 304 6 0 0,81-377 180 0 0,2 168-186 0 0,-3 104 19 0 0,38-402-483 0 0,31-247 223 0 0,2-20-143 0 0,-1-1 0 0 0,0 0 0 0 0,0 0 0 0 0,-1 1 0 0 0,0-1 0 0 0,-1 1 384 0 0,3-10-178 0 0,0 1-1 0 0,-1 0 0 0 0,1-1 1 0 0,0 1-1 0 0,-1-1 1 0 0,1 0-1 0 0,0 1 0 0 0,-1-1 1 0 0,1 1-1 0 0,-1-1 0 0 0,1 1 1 0 0,0-1-1 0 0,-1 0 0 0 0,1 1 1 0 0,-1-1-1 0 0,1 0 0 0 0,-1 0 1 0 0,1 1-1 0 0,-1-1 0 0 0,0 0 1 0 0,1 0-1 0 0,-1 0 0 0 0,1 0 1 0 0,-1 1-1 0 0,1-1 1 0 0,-1 0-1 0 0,0 0 0 0 0,1 0 1 0 0,-1 0-1 0 0,1 0 0 0 0,-1-1 1 0 0,1 1-1 0 0,-1 0 0 0 0,0 0 1 0 0,1 0-1 0 0,-1 0 0 0 0,1-1 1 0 0,-1 1-1 0 0,1 0 0 0 0,-1 0 1 0 0,1-1-1 0 0,-1 1 1 0 0,1 0-1 0 0,-1-1 0 0 0,1 1 1 0 0,0-1-1 0 0,-1 1 179 0 0,-21-21-8078 0 0,21 20 7714 0 0,-15-17-4354 0 0,-2-4-678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31T16:19:23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1167 417 11282 0 0,'-16'19'2507'0'0,"14"-16"-2249"0"0,0 0-1 0 0,0 0 1 0 0,0 0 0 0 0,0 0-1 0 0,-1-1 1 0 0,0 1 0 0 0,1-1-1 0 0,-1 0 1 0 0,0 0 0 0 0,0 0-1 0 0,0 0 1 0 0,-1 0-258 0 0,-12 5 489 0 0,0-1-1 0 0,-1-1 1 0 0,1-1 0 0 0,-1 0-1 0 0,0-1 1 0 0,0-1 0 0 0,-11 0-489 0 0,-33 0 1855 0 0,-32-5-1855 0 0,35 0 555 0 0,1 2-188 0 0,-213-13 307 0 0,228 9-622 0 0,0-2 1 0 0,1-1-1 0 0,-1-3 0 0 0,2-1 0 0 0,-11-5-52 0 0,34 10 51 0 0,1-1-1 0 0,0 0 0 0 0,1-1 0 0 0,-1-1 1 0 0,2-1-1 0 0,-4-3-50 0 0,12 10 33 0 0,1-1 1 0 0,0 0-1 0 0,0 0 0 0 0,0 0 1 0 0,1-1-1 0 0,-1 0 0 0 0,1 1 1 0 0,1-2-1 0 0,-1 1 0 0 0,1 0 1 0 0,0-1-1 0 0,0 0 0 0 0,1 1 1 0 0,0-1-1 0 0,0 0 0 0 0,0-7-33 0 0,2 10 10 0 0,0 0 0 0 0,1 0 1 0 0,-1 0-1 0 0,1 0 0 0 0,0 1 0 0 0,0-1 0 0 0,0 0 0 0 0,1 1 0 0 0,-1-1 0 0 0,1 0 0 0 0,0 1 0 0 0,0 0 0 0 0,0-1 1 0 0,1 1-1 0 0,-1 0 0 0 0,1 0 0 0 0,0 0 0 0 0,0 1 0 0 0,0-1 0 0 0,0 1 0 0 0,0-1 0 0 0,0 1 0 0 0,1 0 0 0 0,0 0-10 0 0,13-8 8 0 0,1 1-1 0 0,0 1 0 0 0,1 0 0 0 0,3 0-7 0 0,-19 7 4 0 0,79-23-30 0 0,0 3-1 0 0,2 4 0 0 0,7 2 27 0 0,-35 6 9 0 0,43-7 95 0 0,0 5-1 0 0,63 2-103 0 0,-109 9 35 0 0,0 2 0 0 0,0 2 0 0 0,-1 3 0 0 0,0 2 0 0 0,42 13-35 0 0,-82-18 18 0 0,0 0-1 0 0,0 0 1 0 0,0 1 0 0 0,-1 1 0 0 0,0 0-1 0 0,0 0 1 0 0,-1 1 0 0 0,0 1 0 0 0,0-1 0 0 0,4 6-18 0 0,-10-9 11 0 0,0 0 1 0 0,0 1 0 0 0,-1-1 0 0 0,0 1-1 0 0,0 0 1 0 0,0 0 0 0 0,0 1 0 0 0,-1-1-1 0 0,1 0 1 0 0,-2 1 0 0 0,1 0 0 0 0,0-1-1 0 0,-1 1 1 0 0,0 0 0 0 0,-1 0 0 0 0,1 0-1 0 0,-1-1 1 0 0,0 1 0 0 0,-1 0 0 0 0,1 0-1 0 0,-1 0 1 0 0,0 0 0 0 0,-1 1-12 0 0,0 2-11 0 0,-1 0-1 0 0,0 0 1 0 0,-1 0 0 0 0,0 0 0 0 0,0-1-1 0 0,-1 0 1 0 0,0 1 0 0 0,0-2 0 0 0,-1 1-1 0 0,0-1 1 0 0,-5 5 11 0 0,0-2-80 0 0,-1 0-1 0 0,0 0 0 0 0,0-1 1 0 0,-1-1-1 0 0,0 0 0 0 0,0-1 1 0 0,-1 0 80 0 0,-15 5-851 0 0,0-1 1 0 0,-1-1 0 0 0,-2-1 850 0 0,-85 18-6083 0 0,24-13-2602 0 0,45-10 1305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D4E7B-54D1-4C86-9380-1A62451D0362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51378-54C2-4217-B843-096FCEEC7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20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51378-54C2-4217-B843-096FCEEC76B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002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09716-64B6-44F5-83D6-7B584EBAB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3BCE98-5AD3-41F9-99C3-37B07DC23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408E2-D0FB-4F3C-805C-08D62F14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D58986-0A73-467C-9DCE-9FEFFE78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F634C-8D5A-4997-9D4F-7B0E6960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57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AAF6B-5C03-41F6-B9F6-6E3FBA6C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721E2-A1F6-4533-AA94-9A5AF6E54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C461C-D183-4A8D-BB77-201D44E5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2DB9F0-45AC-4DCF-8ECA-82D42BA7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C6351-102E-455F-90FC-1B2D91BE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64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FEB55-70A3-4473-810F-E9A611A4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BE2A98-012F-45D6-BD78-713CC6002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765D2-6565-455D-9E09-0213B160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02A553-775A-4466-BDE0-A184C3B3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D1BC28-4CA0-446F-A3FD-C8C5C564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23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38A26-372F-4AE3-950A-AC295F49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7631B0-CE8E-49AD-935C-B8A773012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20B8F6-F46F-48B5-9DB8-BF90C47A3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4D00D4-C18C-4E1D-BC09-07D3B8BC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F5BC4E-9780-4B25-AF70-AF5B7A65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12513E-76E1-495F-B767-084536F7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90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B66E4-C219-4237-B8AB-8ED211DB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EF3C25-0424-4720-BE9C-ABA31C8CE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87FF2-5B53-474F-9D6B-891CD711A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6C1368-BC01-4D1E-8E1C-F41622366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D5F54C-5A39-4B97-A33C-BD74FCEA7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DE31D3-1503-41F9-BAD2-0C72A13B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66CB43-CC96-4408-91AA-C59252D0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89B80D-61D8-49A2-B586-73216612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31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02D8A-D653-4C4E-A14B-81197F33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6A4ECE-32CD-4350-BE53-AE5583CC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4A5112-1BF6-4AF6-BA5A-F32262BE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550C67-428E-408C-9FF5-68BEAFA4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7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7CBC17-77A3-4454-B6C6-1C9322C6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61A9BD-E317-4D29-BA63-5662BCA2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B8486-7210-4B1E-9ACC-7F93C1CA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1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8843E-8834-4426-B433-030A74A2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55381-640E-46EA-A195-76FB795C2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0C16AD-8D51-4CCD-8B3B-34CB0456F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D81BA5-6626-4E5F-A27D-4BA7C124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7B44F2-365F-4936-B0DB-F7B5C771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712A9E-9F89-4497-9CF6-93B6FB97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6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7F4FD-E018-41DA-9559-33D3B20E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FC0343-F24E-474B-BBE8-83C448BF9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366171-A89C-4342-BAEF-DC4518683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D37F7C-CA6E-4424-B5CF-479CDA70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D2D92A-7851-4580-91ED-5ECF7B6AD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21AD77-F8D8-4C62-A1BC-3F49EDD6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53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C18EA-623F-408E-BB3A-87551534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5A0863-78CA-41BC-955F-8C7E23426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1079B-86AE-409B-93B8-80FAACCF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791516-69B4-4519-AE26-A1B4E9BE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A8970B-33C2-4B13-AFD8-59553A4E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57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D6939E-3B7E-4804-9181-B728F2340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024E3A-FBAD-42C0-A36B-F428D757B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354522-3300-4B53-9117-5F45FD01B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612AA5-896B-4C3F-B4F1-BEEDD64D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CBDC0-B2CB-4E2F-BA49-B86A9E24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27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A0058D-4458-426B-A00F-45A7DF0B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070D8F-3E9B-48DF-A90C-5C9FC09FB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67B409-A9D7-46FA-9AF8-7AF87C411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5EC1C-0BED-4655-8CCD-3E1D75044F56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90A9CF-58AE-44C4-B916-379627CD8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15D99-1A7E-4CD3-9A44-9310C7DF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CEAC2-A2A1-4E03-B169-CC605EE11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75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1" Type="http://schemas.openxmlformats.org/officeDocument/2006/relationships/customXml" Target="../ink/ink5.xml"/><Relationship Id="rId68" Type="http://schemas.openxmlformats.org/officeDocument/2006/relationships/image" Target="../media/image454.png"/><Relationship Id="rId84" Type="http://schemas.openxmlformats.org/officeDocument/2006/relationships/image" Target="../media/image462.png"/><Relationship Id="rId340" Type="http://schemas.openxmlformats.org/officeDocument/2006/relationships/image" Target="../media/image590.png"/><Relationship Id="rId345" Type="http://schemas.openxmlformats.org/officeDocument/2006/relationships/customXml" Target="../ink/ink31.xml"/><Relationship Id="rId361" Type="http://schemas.openxmlformats.org/officeDocument/2006/relationships/customXml" Target="../ink/ink39.xml"/><Relationship Id="rId32" Type="http://schemas.openxmlformats.org/officeDocument/2006/relationships/image" Target="../media/image436.png"/><Relationship Id="rId53" Type="http://schemas.openxmlformats.org/officeDocument/2006/relationships/customXml" Target="../ink/ink10.xml"/><Relationship Id="rId66" Type="http://schemas.openxmlformats.org/officeDocument/2006/relationships/image" Target="../media/image453.png"/><Relationship Id="rId74" Type="http://schemas.openxmlformats.org/officeDocument/2006/relationships/image" Target="../media/image457.png"/><Relationship Id="rId79" Type="http://schemas.openxmlformats.org/officeDocument/2006/relationships/customXml" Target="../ink/ink19.xml"/><Relationship Id="rId87" Type="http://schemas.openxmlformats.org/officeDocument/2006/relationships/customXml" Target="../ink/ink23.xml"/><Relationship Id="rId335" Type="http://schemas.openxmlformats.org/officeDocument/2006/relationships/customXml" Target="../ink/ink26.xml"/><Relationship Id="rId343" Type="http://schemas.openxmlformats.org/officeDocument/2006/relationships/customXml" Target="../ink/ink30.xml"/><Relationship Id="rId348" Type="http://schemas.openxmlformats.org/officeDocument/2006/relationships/image" Target="../media/image594.png"/><Relationship Id="rId356" Type="http://schemas.openxmlformats.org/officeDocument/2006/relationships/image" Target="../media/image598.png"/><Relationship Id="rId5" Type="http://schemas.openxmlformats.org/officeDocument/2006/relationships/customXml" Target="../ink/ink2.xml"/><Relationship Id="rId82" Type="http://schemas.openxmlformats.org/officeDocument/2006/relationships/image" Target="../media/image461.png"/><Relationship Id="rId351" Type="http://schemas.openxmlformats.org/officeDocument/2006/relationships/customXml" Target="../ink/ink34.xml"/><Relationship Id="rId30" Type="http://schemas.openxmlformats.org/officeDocument/2006/relationships/image" Target="../media/image435.png"/><Relationship Id="rId35" Type="http://schemas.openxmlformats.org/officeDocument/2006/relationships/customXml" Target="../ink/ink9.xml"/><Relationship Id="rId64" Type="http://schemas.openxmlformats.org/officeDocument/2006/relationships/image" Target="../media/image452.png"/><Relationship Id="rId69" Type="http://schemas.openxmlformats.org/officeDocument/2006/relationships/customXml" Target="../ink/ink14.xml"/><Relationship Id="rId77" Type="http://schemas.openxmlformats.org/officeDocument/2006/relationships/customXml" Target="../ink/ink18.xml"/><Relationship Id="rId333" Type="http://schemas.openxmlformats.org/officeDocument/2006/relationships/customXml" Target="../ink/ink25.xml"/><Relationship Id="rId338" Type="http://schemas.openxmlformats.org/officeDocument/2006/relationships/image" Target="../media/image589.png"/><Relationship Id="rId346" Type="http://schemas.openxmlformats.org/officeDocument/2006/relationships/image" Target="../media/image593.png"/><Relationship Id="rId354" Type="http://schemas.openxmlformats.org/officeDocument/2006/relationships/image" Target="../media/image597.png"/><Relationship Id="rId359" Type="http://schemas.openxmlformats.org/officeDocument/2006/relationships/customXml" Target="../ink/ink38.xml"/><Relationship Id="rId8" Type="http://schemas.openxmlformats.org/officeDocument/2006/relationships/image" Target="../media/image424.png"/><Relationship Id="rId72" Type="http://schemas.openxmlformats.org/officeDocument/2006/relationships/image" Target="../media/image456.png"/><Relationship Id="rId80" Type="http://schemas.openxmlformats.org/officeDocument/2006/relationships/image" Target="../media/image460.png"/><Relationship Id="rId85" Type="http://schemas.openxmlformats.org/officeDocument/2006/relationships/customXml" Target="../ink/ink22.xml"/><Relationship Id="rId341" Type="http://schemas.openxmlformats.org/officeDocument/2006/relationships/customXml" Target="../ink/ink29.xml"/><Relationship Id="rId362" Type="http://schemas.openxmlformats.org/officeDocument/2006/relationships/image" Target="../media/image601.png"/><Relationship Id="rId3" Type="http://schemas.openxmlformats.org/officeDocument/2006/relationships/customXml" Target="../ink/ink1.xml"/><Relationship Id="rId33" Type="http://schemas.openxmlformats.org/officeDocument/2006/relationships/customXml" Target="../ink/ink8.xml"/><Relationship Id="rId67" Type="http://schemas.openxmlformats.org/officeDocument/2006/relationships/customXml" Target="../ink/ink13.xml"/><Relationship Id="rId280" Type="http://schemas.openxmlformats.org/officeDocument/2006/relationships/image" Target="../media/image560.png"/><Relationship Id="rId336" Type="http://schemas.openxmlformats.org/officeDocument/2006/relationships/image" Target="../media/image588.png"/><Relationship Id="rId344" Type="http://schemas.openxmlformats.org/officeDocument/2006/relationships/image" Target="../media/image592.png"/><Relationship Id="rId349" Type="http://schemas.openxmlformats.org/officeDocument/2006/relationships/customXml" Target="../ink/ink33.xml"/><Relationship Id="rId357" Type="http://schemas.openxmlformats.org/officeDocument/2006/relationships/customXml" Target="../ink/ink37.xml"/><Relationship Id="rId20" Type="http://schemas.openxmlformats.org/officeDocument/2006/relationships/image" Target="../media/image430.png"/><Relationship Id="rId54" Type="http://schemas.openxmlformats.org/officeDocument/2006/relationships/image" Target="../media/image447.png"/><Relationship Id="rId70" Type="http://schemas.openxmlformats.org/officeDocument/2006/relationships/image" Target="../media/image455.png"/><Relationship Id="rId75" Type="http://schemas.openxmlformats.org/officeDocument/2006/relationships/customXml" Target="../ink/ink17.xml"/><Relationship Id="rId83" Type="http://schemas.openxmlformats.org/officeDocument/2006/relationships/customXml" Target="../ink/ink21.xml"/><Relationship Id="rId352" Type="http://schemas.openxmlformats.org/officeDocument/2006/relationships/image" Target="../media/image596.png"/><Relationship Id="rId360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3.png"/><Relationship Id="rId28" Type="http://schemas.openxmlformats.org/officeDocument/2006/relationships/image" Target="../media/image434.png"/><Relationship Id="rId339" Type="http://schemas.openxmlformats.org/officeDocument/2006/relationships/customXml" Target="../ink/ink28.xml"/><Relationship Id="rId347" Type="http://schemas.openxmlformats.org/officeDocument/2006/relationships/customXml" Target="../ink/ink32.xml"/><Relationship Id="rId31" Type="http://schemas.openxmlformats.org/officeDocument/2006/relationships/customXml" Target="../ink/ink7.xml"/><Relationship Id="rId52" Type="http://schemas.openxmlformats.org/officeDocument/2006/relationships/image" Target="../media/image446.png"/><Relationship Id="rId65" Type="http://schemas.openxmlformats.org/officeDocument/2006/relationships/customXml" Target="../ink/ink12.xml"/><Relationship Id="rId73" Type="http://schemas.openxmlformats.org/officeDocument/2006/relationships/customXml" Target="../ink/ink16.xml"/><Relationship Id="rId78" Type="http://schemas.openxmlformats.org/officeDocument/2006/relationships/image" Target="../media/image459.png"/><Relationship Id="rId81" Type="http://schemas.openxmlformats.org/officeDocument/2006/relationships/customXml" Target="../ink/ink20.xml"/><Relationship Id="rId86" Type="http://schemas.openxmlformats.org/officeDocument/2006/relationships/image" Target="../media/image463.png"/><Relationship Id="rId334" Type="http://schemas.openxmlformats.org/officeDocument/2006/relationships/image" Target="../media/image9.png"/><Relationship Id="rId342" Type="http://schemas.openxmlformats.org/officeDocument/2006/relationships/image" Target="../media/image591.png"/><Relationship Id="rId350" Type="http://schemas.openxmlformats.org/officeDocument/2006/relationships/image" Target="../media/image595.png"/><Relationship Id="rId355" Type="http://schemas.openxmlformats.org/officeDocument/2006/relationships/customXml" Target="../ink/ink36.xml"/><Relationship Id="rId4" Type="http://schemas.openxmlformats.org/officeDocument/2006/relationships/image" Target="../media/image422.png"/><Relationship Id="rId9" Type="http://schemas.openxmlformats.org/officeDocument/2006/relationships/customXml" Target="../ink/ink4.xml"/><Relationship Id="rId281" Type="http://schemas.openxmlformats.org/officeDocument/2006/relationships/customXml" Target="../ink/ink24.xml"/><Relationship Id="rId337" Type="http://schemas.openxmlformats.org/officeDocument/2006/relationships/customXml" Target="../ink/ink27.xml"/><Relationship Id="rId34" Type="http://schemas.openxmlformats.org/officeDocument/2006/relationships/image" Target="../media/image8.png"/><Relationship Id="rId55" Type="http://schemas.openxmlformats.org/officeDocument/2006/relationships/customXml" Target="../ink/ink11.xml"/><Relationship Id="rId76" Type="http://schemas.openxmlformats.org/officeDocument/2006/relationships/image" Target="../media/image458.png"/><Relationship Id="rId332" Type="http://schemas.openxmlformats.org/officeDocument/2006/relationships/image" Target="../media/image586.png"/><Relationship Id="rId353" Type="http://schemas.openxmlformats.org/officeDocument/2006/relationships/customXml" Target="../ink/ink35.xml"/><Relationship Id="rId358" Type="http://schemas.openxmlformats.org/officeDocument/2006/relationships/image" Target="../media/image599.png"/><Relationship Id="rId7" Type="http://schemas.openxmlformats.org/officeDocument/2006/relationships/customXml" Target="../ink/ink3.xml"/><Relationship Id="rId71" Type="http://schemas.openxmlformats.org/officeDocument/2006/relationships/customXml" Target="../ink/ink15.xml"/><Relationship Id="rId2" Type="http://schemas.openxmlformats.org/officeDocument/2006/relationships/image" Target="../media/image7.png"/><Relationship Id="rId29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65" Type="http://schemas.openxmlformats.org/officeDocument/2006/relationships/customXml" Target="../ink/ink41.xml"/><Relationship Id="rId164" Type="http://schemas.openxmlformats.org/officeDocument/2006/relationships/image" Target="../media/image965.png"/><Relationship Id="rId244" Type="http://schemas.openxmlformats.org/officeDocument/2006/relationships/image" Target="../media/image10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1042.png"/><Relationship Id="rId18" Type="http://schemas.openxmlformats.org/officeDocument/2006/relationships/customXml" Target="../ink/ink49.xml"/><Relationship Id="rId3" Type="http://schemas.openxmlformats.org/officeDocument/2006/relationships/image" Target="../media/image14.png"/><Relationship Id="rId21" Type="http://schemas.openxmlformats.org/officeDocument/2006/relationships/image" Target="../media/image1046.png"/><Relationship Id="rId7" Type="http://schemas.openxmlformats.org/officeDocument/2006/relationships/image" Target="../media/image1039.png"/><Relationship Id="rId12" Type="http://schemas.openxmlformats.org/officeDocument/2006/relationships/customXml" Target="../ink/ink46.xml"/><Relationship Id="rId17" Type="http://schemas.openxmlformats.org/officeDocument/2006/relationships/image" Target="../media/image1044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48.xml"/><Relationship Id="rId20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1041.png"/><Relationship Id="rId5" Type="http://schemas.openxmlformats.org/officeDocument/2006/relationships/image" Target="../media/image1038.png"/><Relationship Id="rId15" Type="http://schemas.openxmlformats.org/officeDocument/2006/relationships/image" Target="../media/image1043.png"/><Relationship Id="rId10" Type="http://schemas.openxmlformats.org/officeDocument/2006/relationships/customXml" Target="../ink/ink45.xml"/><Relationship Id="rId19" Type="http://schemas.openxmlformats.org/officeDocument/2006/relationships/image" Target="../media/image1045.png"/><Relationship Id="rId4" Type="http://schemas.openxmlformats.org/officeDocument/2006/relationships/customXml" Target="../ink/ink42.xml"/><Relationship Id="rId9" Type="http://schemas.openxmlformats.org/officeDocument/2006/relationships/image" Target="../media/image1040.png"/><Relationship Id="rId14" Type="http://schemas.openxmlformats.org/officeDocument/2006/relationships/customXml" Target="../ink/ink4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BF61B-5B69-47EB-9331-0B38307A5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제안 발표 초안</a:t>
            </a:r>
            <a:r>
              <a:rPr lang="en-US" altLang="ko-KR" dirty="0"/>
              <a:t>(</a:t>
            </a:r>
            <a:r>
              <a:rPr lang="ko-KR" altLang="en-US" dirty="0"/>
              <a:t>개별 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C3FE9-C049-48D2-BEAA-CF7E8A72E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서울시 음주운전 사고 분석을 통한 맞춤형 단속 및 예방 정책</a:t>
            </a:r>
            <a:r>
              <a:rPr lang="en-US" altLang="ko-KR" dirty="0"/>
              <a:t>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71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A6531-30B2-4538-8AE4-B68A7DB3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  <a:r>
              <a:rPr lang="en-US" altLang="ko-KR" dirty="0"/>
              <a:t>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418F27-5516-4D0A-8396-9F8A94029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  <a:endParaRPr lang="en-US" altLang="ko-KR" dirty="0"/>
          </a:p>
          <a:p>
            <a:r>
              <a:rPr lang="en-US" altLang="ko-KR" dirty="0"/>
              <a:t>EDA</a:t>
            </a:r>
          </a:p>
          <a:p>
            <a:r>
              <a:rPr lang="ko-KR" altLang="en-US" dirty="0"/>
              <a:t>데이터설명</a:t>
            </a:r>
            <a:endParaRPr lang="en-US" altLang="ko-KR" dirty="0"/>
          </a:p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분석기법 및 결과</a:t>
            </a:r>
            <a:endParaRPr lang="en-US" altLang="ko-KR" dirty="0"/>
          </a:p>
          <a:p>
            <a:r>
              <a:rPr lang="ko-KR" altLang="en-US" dirty="0"/>
              <a:t>결론</a:t>
            </a:r>
            <a:endParaRPr lang="en-US" altLang="ko-KR" dirty="0"/>
          </a:p>
          <a:p>
            <a:r>
              <a:rPr lang="ko-KR" altLang="en-US" dirty="0"/>
              <a:t>개선안</a:t>
            </a:r>
          </a:p>
        </p:txBody>
      </p:sp>
    </p:spTree>
    <p:extLst>
      <p:ext uri="{BB962C8B-B14F-4D97-AF65-F5344CB8AC3E}">
        <p14:creationId xmlns:p14="http://schemas.microsoft.com/office/powerpoint/2010/main" val="270133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A8740-43D8-46FE-B164-501D2B7D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CC661-A455-4532-B96F-E2ADF1D3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공모 배경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일본에 비해 </a:t>
            </a:r>
            <a:r>
              <a:rPr lang="en-US" altLang="ko-KR" dirty="0"/>
              <a:t>7</a:t>
            </a:r>
            <a:r>
              <a:rPr lang="ko-KR" altLang="en-US" dirty="0"/>
              <a:t>배 가량의 높은 음주운전 적발 건수 등 서울시 음주운전에 대한 경각심을 높이기 위한 대책이 필요함</a:t>
            </a:r>
            <a:endParaRPr lang="en-US" altLang="ko-KR" dirty="0"/>
          </a:p>
          <a:p>
            <a:r>
              <a:rPr lang="ko-KR" altLang="en-US" dirty="0"/>
              <a:t>분석 목표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서울시의 음주운전과 관련된 요인들을 확인하고 여러 분석방법을 이용하여 결과를 해석 후 맞춤형 단속 예방 정책 제안</a:t>
            </a:r>
            <a:endParaRPr lang="en-US" altLang="ko-KR" dirty="0"/>
          </a:p>
          <a:p>
            <a:r>
              <a:rPr lang="ko-KR" altLang="en-US" dirty="0"/>
              <a:t>기대 효과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부산과 같이 음주운전 취약지역과 사고 빈발 지역에서의 집중 단속으로 음주운전 발생량 감축</a:t>
            </a:r>
            <a:endParaRPr lang="en-US" altLang="ko-KR" dirty="0"/>
          </a:p>
          <a:p>
            <a:r>
              <a:rPr lang="ko-KR" altLang="en-US" dirty="0"/>
              <a:t>선정 이유</a:t>
            </a:r>
            <a:endParaRPr lang="en-US" altLang="ko-KR" dirty="0"/>
          </a:p>
          <a:p>
            <a:pPr lvl="1"/>
            <a:r>
              <a:rPr lang="ko-KR" altLang="en-US" dirty="0"/>
              <a:t>음주운전에 대한 위험성관련 현 기사 </a:t>
            </a:r>
            <a:endParaRPr lang="en-US" altLang="ko-KR" dirty="0"/>
          </a:p>
          <a:p>
            <a:pPr lvl="1"/>
            <a:r>
              <a:rPr lang="ko-KR" altLang="en-US" dirty="0"/>
              <a:t>분석기법이 클러스터링부터 회귀</a:t>
            </a:r>
            <a:r>
              <a:rPr lang="en-US" altLang="ko-KR" dirty="0"/>
              <a:t>, </a:t>
            </a:r>
            <a:r>
              <a:rPr lang="ko-KR" altLang="en-US" dirty="0" err="1"/>
              <a:t>랜덤포레스트</a:t>
            </a:r>
            <a:r>
              <a:rPr lang="ko-KR" altLang="en-US" dirty="0"/>
              <a:t> 등 다양한 방식을 적절하게 활용함</a:t>
            </a:r>
            <a:endParaRPr lang="en-US" altLang="ko-KR" dirty="0"/>
          </a:p>
          <a:p>
            <a:pPr lvl="1"/>
            <a:r>
              <a:rPr lang="ko-KR" altLang="en-US" dirty="0"/>
              <a:t>다만 클러스터링과 상관분석으로 얻은 결과를 예측함수로 이끌어내지 못했다는 점이 아쉽게 느껴져 이를 보완하는 것을 기대해 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730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A8740-43D8-46FE-B164-501D2B7D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EDA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1ADCEEC7-59FA-4A47-85AB-80CE544E8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754" y="1937606"/>
            <a:ext cx="10729686" cy="25514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1A4D3-9BD4-4946-815A-1A01C4BF1B9F}"/>
              </a:ext>
            </a:extLst>
          </p:cNvPr>
          <p:cNvSpPr txBox="1"/>
          <p:nvPr/>
        </p:nvSpPr>
        <p:spPr>
          <a:xfrm>
            <a:off x="955507" y="5334246"/>
            <a:ext cx="858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추후 </a:t>
            </a:r>
            <a:r>
              <a:rPr lang="en-US" altLang="ko-KR" dirty="0"/>
              <a:t>Y-data profiling </a:t>
            </a:r>
            <a:r>
              <a:rPr lang="ko-KR" altLang="en-US" dirty="0"/>
              <a:t>과 같은 </a:t>
            </a:r>
            <a:r>
              <a:rPr lang="en-US" altLang="ko-KR" dirty="0" err="1"/>
              <a:t>autoEDA</a:t>
            </a:r>
            <a:r>
              <a:rPr lang="ko-KR" altLang="en-US" dirty="0"/>
              <a:t>를 사용하여 기술통계 추가 보완</a:t>
            </a:r>
          </a:p>
        </p:txBody>
      </p:sp>
    </p:spTree>
    <p:extLst>
      <p:ext uri="{BB962C8B-B14F-4D97-AF65-F5344CB8AC3E}">
        <p14:creationId xmlns:p14="http://schemas.microsoft.com/office/powerpoint/2010/main" val="161858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A8740-43D8-46FE-B164-501D2B7D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49412F-F56D-463C-B5E1-55628F6BF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2"/>
          <a:stretch/>
        </p:blipFill>
        <p:spPr>
          <a:xfrm>
            <a:off x="669610" y="1344522"/>
            <a:ext cx="10425063" cy="23416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FE774B-C3DE-41BB-9F46-B70A44759E09}"/>
              </a:ext>
            </a:extLst>
          </p:cNvPr>
          <p:cNvSpPr txBox="1"/>
          <p:nvPr/>
        </p:nvSpPr>
        <p:spPr>
          <a:xfrm>
            <a:off x="593410" y="3867988"/>
            <a:ext cx="10684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추후 음주 운전 사고 데이터를 추가할 경우</a:t>
            </a:r>
            <a:r>
              <a:rPr lang="en-US" altLang="ko-KR" dirty="0"/>
              <a:t>, </a:t>
            </a:r>
            <a:r>
              <a:rPr lang="ko-KR" altLang="en-US" dirty="0"/>
              <a:t>형성된 예측 모델과 비교하는 방향으로 고려</a:t>
            </a:r>
            <a:r>
              <a:rPr lang="en-US" altLang="ko-KR" dirty="0"/>
              <a:t>.</a:t>
            </a:r>
            <a:r>
              <a:rPr lang="ko-KR" altLang="en-US" dirty="0"/>
              <a:t> 해당 지역의 단속의 필요성 강조하는 결론으로 도출가능</a:t>
            </a:r>
            <a:r>
              <a:rPr lang="en-US" altLang="ko-KR" dirty="0"/>
              <a:t>(</a:t>
            </a:r>
            <a:r>
              <a:rPr lang="ko-KR" altLang="en-US" dirty="0"/>
              <a:t>예측모델 변수로 들어가기에는 사고 데이터는 종속변수</a:t>
            </a:r>
            <a:r>
              <a:rPr lang="en-US" altLang="ko-KR" dirty="0"/>
              <a:t>(predictor)</a:t>
            </a:r>
            <a:r>
              <a:rPr lang="ko-KR" altLang="en-US" dirty="0"/>
              <a:t>에 속함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자치구를 기준으로 데이터를 변환하고 가공하였는데 이에 대해서 정확도가 떨어질 수 있으며 행정동 기준으로 데이터 변환하기에는 데이터 수집을 다시 번복해야 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음주운전데이터가 관할경찰서</a:t>
            </a:r>
            <a:r>
              <a:rPr lang="en-US" altLang="ko-KR" dirty="0"/>
              <a:t>(</a:t>
            </a:r>
            <a:r>
              <a:rPr lang="ko-KR" altLang="en-US" dirty="0"/>
              <a:t>자치구</a:t>
            </a:r>
            <a:r>
              <a:rPr lang="en-US" altLang="ko-KR" dirty="0"/>
              <a:t>) </a:t>
            </a:r>
            <a:r>
              <a:rPr lang="ko-KR" altLang="en-US" dirty="0"/>
              <a:t>기준 데이터라 행정동으로 파악하게 현 데이터로는 어려움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또한 </a:t>
            </a:r>
            <a:r>
              <a:rPr lang="en-US" altLang="ko-KR" dirty="0" err="1"/>
              <a:t>cctv</a:t>
            </a:r>
            <a:r>
              <a:rPr lang="en-US" altLang="ko-KR" dirty="0"/>
              <a:t>, </a:t>
            </a:r>
            <a:r>
              <a:rPr lang="ko-KR" altLang="en-US" dirty="0"/>
              <a:t>지하철</a:t>
            </a:r>
            <a:r>
              <a:rPr lang="en-US" altLang="ko-KR" dirty="0"/>
              <a:t>, </a:t>
            </a:r>
            <a:r>
              <a:rPr lang="ko-KR" altLang="en-US" dirty="0"/>
              <a:t>버스정류소 </a:t>
            </a:r>
            <a:r>
              <a:rPr lang="ko-KR" altLang="en-US" dirty="0" err="1"/>
              <a:t>위치정보등</a:t>
            </a:r>
            <a:r>
              <a:rPr lang="ko-KR" altLang="en-US" dirty="0"/>
              <a:t> 위치정보가 위도</a:t>
            </a:r>
            <a:r>
              <a:rPr lang="en-US" altLang="ko-KR" dirty="0"/>
              <a:t>,</a:t>
            </a:r>
            <a:r>
              <a:rPr lang="ko-KR" altLang="en-US" dirty="0"/>
              <a:t>경도 등 이에 대해 </a:t>
            </a:r>
            <a:r>
              <a:rPr lang="ko-KR" altLang="en-US" dirty="0" err="1"/>
              <a:t>자치시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행정동으로 분류하는 과정이 필요해 보임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706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A8740-43D8-46FE-B164-501D2B7D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설명</a:t>
            </a:r>
            <a:r>
              <a:rPr lang="en-US" altLang="ko-KR" dirty="0"/>
              <a:t>(</a:t>
            </a:r>
            <a:r>
              <a:rPr lang="ko-KR" altLang="en-US" dirty="0"/>
              <a:t>추후 채워야 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CC661-A455-4532-B96F-E2ADF1D39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수집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데이터 셋을 두개를 만들어야 함</a:t>
            </a:r>
            <a:endParaRPr lang="en-US" altLang="ko-KR" dirty="0"/>
          </a:p>
          <a:p>
            <a:pPr lvl="1"/>
            <a:r>
              <a:rPr lang="en-US" altLang="ko-KR" dirty="0" err="1"/>
              <a:t>Cctv</a:t>
            </a:r>
            <a:r>
              <a:rPr lang="en-US" altLang="ko-KR" dirty="0"/>
              <a:t>,</a:t>
            </a:r>
            <a:r>
              <a:rPr lang="ko-KR" altLang="en-US" dirty="0"/>
              <a:t>지하철역</a:t>
            </a:r>
            <a:r>
              <a:rPr lang="en-US" altLang="ko-KR" dirty="0"/>
              <a:t>, </a:t>
            </a:r>
            <a:r>
              <a:rPr lang="ko-KR" altLang="en-US" dirty="0"/>
              <a:t>버스정류장 데이터를 </a:t>
            </a:r>
            <a:r>
              <a:rPr lang="ko-KR" altLang="en-US" dirty="0" err="1"/>
              <a:t>다루른</a:t>
            </a:r>
            <a:r>
              <a:rPr lang="ko-KR" altLang="en-US" dirty="0"/>
              <a:t> 공간적 요인의 데이터셋</a:t>
            </a:r>
            <a:endParaRPr lang="en-US" altLang="ko-KR" dirty="0"/>
          </a:p>
          <a:p>
            <a:pPr lvl="1"/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,</a:t>
            </a:r>
            <a:r>
              <a:rPr lang="ko-KR" altLang="en-US" dirty="0" err="1"/>
              <a:t>모르겠어여ㅠㅠㅠㅠ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4D67B74-E502-4E9E-AECC-DD762157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836852"/>
              </p:ext>
            </p:extLst>
          </p:nvPr>
        </p:nvGraphicFramePr>
        <p:xfrm>
          <a:off x="5629275" y="1487171"/>
          <a:ext cx="610168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20">
                  <a:extLst>
                    <a:ext uri="{9D8B030D-6E8A-4147-A177-3AD203B41FA5}">
                      <a16:colId xmlns:a16="http://schemas.microsoft.com/office/drawing/2014/main" val="1062805146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326343411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732722765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1265127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43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574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66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356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25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08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055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0B6DD4-7639-4E31-886C-E6BE5582CC81}"/>
              </a:ext>
            </a:extLst>
          </p:cNvPr>
          <p:cNvSpPr txBox="1"/>
          <p:nvPr/>
        </p:nvSpPr>
        <p:spPr>
          <a:xfrm>
            <a:off x="838200" y="2271178"/>
            <a:ext cx="733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기존 수상작과 약간의 다른 데이터를 사용하여 이에 대한 언급 필요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039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0F832-067A-4E4B-919B-837D121F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B01FB2-947C-4503-ABAB-9AD78BE3D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서울시 자치구별 </a:t>
            </a:r>
            <a:r>
              <a:rPr lang="en-US" altLang="ko-KR" dirty="0"/>
              <a:t>CCTV, </a:t>
            </a:r>
            <a:r>
              <a:rPr lang="ko-KR" altLang="en-US" dirty="0"/>
              <a:t>가로등</a:t>
            </a:r>
            <a:r>
              <a:rPr lang="en-US" altLang="ko-KR" dirty="0"/>
              <a:t>, </a:t>
            </a:r>
            <a:r>
              <a:rPr lang="ko-KR" altLang="en-US" dirty="0"/>
              <a:t>음식점 및 주점</a:t>
            </a:r>
            <a:r>
              <a:rPr lang="en-US" altLang="ko-KR" dirty="0"/>
              <a:t>, </a:t>
            </a:r>
            <a:r>
              <a:rPr lang="ko-KR" altLang="en-US" dirty="0"/>
              <a:t>주차장 소유 자동차 수</a:t>
            </a:r>
            <a:r>
              <a:rPr lang="en-US" altLang="ko-KR" dirty="0"/>
              <a:t>, </a:t>
            </a:r>
            <a:r>
              <a:rPr lang="ko-KR" altLang="en-US" dirty="0"/>
              <a:t>버스 정류소 및 지하철 역 등 속한 행정동의 평균값으로 산출</a:t>
            </a:r>
            <a:endParaRPr lang="en-US" altLang="ko-KR" dirty="0"/>
          </a:p>
          <a:p>
            <a:pPr lvl="1"/>
            <a:r>
              <a:rPr lang="en-US" altLang="ko-KR" dirty="0"/>
              <a:t>CCTV, </a:t>
            </a:r>
            <a:r>
              <a:rPr lang="ko-KR" altLang="en-US" dirty="0"/>
              <a:t>가로등</a:t>
            </a:r>
            <a:r>
              <a:rPr lang="en-US" altLang="ko-KR" dirty="0"/>
              <a:t>, </a:t>
            </a:r>
            <a:r>
              <a:rPr lang="ko-KR" altLang="en-US" dirty="0"/>
              <a:t>버스 정류소 및 지하철의 </a:t>
            </a:r>
            <a:r>
              <a:rPr lang="en-US" altLang="ko-KR" dirty="0"/>
              <a:t>‘</a:t>
            </a:r>
            <a:r>
              <a:rPr lang="ko-KR" altLang="en-US" dirty="0"/>
              <a:t>위경도 데이터</a:t>
            </a:r>
            <a:r>
              <a:rPr lang="en-US" altLang="ko-KR" dirty="0"/>
              <a:t>’</a:t>
            </a:r>
            <a:r>
              <a:rPr lang="ko-KR" altLang="en-US" dirty="0"/>
              <a:t>를 기준으로 </a:t>
            </a:r>
            <a:r>
              <a:rPr lang="ko-KR" altLang="en-US" dirty="0" err="1"/>
              <a:t>경곗값</a:t>
            </a:r>
            <a:r>
              <a:rPr lang="ko-KR" altLang="en-US" dirty="0"/>
              <a:t> 구분</a:t>
            </a:r>
            <a:endParaRPr lang="en-US" altLang="ko-KR" dirty="0"/>
          </a:p>
          <a:p>
            <a:pPr lvl="1"/>
            <a:r>
              <a:rPr lang="ko-KR" altLang="en-US" dirty="0"/>
              <a:t>음식점 데이터 분류명 필터링을 통해 </a:t>
            </a:r>
            <a:r>
              <a:rPr lang="en-US" altLang="ko-KR" dirty="0"/>
              <a:t>‘</a:t>
            </a:r>
            <a:r>
              <a:rPr lang="ko-KR" altLang="en-US" dirty="0" err="1"/>
              <a:t>비주점</a:t>
            </a:r>
            <a:r>
              <a:rPr lang="en-US" altLang="ko-KR" dirty="0"/>
              <a:t>‘ </a:t>
            </a:r>
            <a:r>
              <a:rPr lang="ko-KR" altLang="en-US" dirty="0"/>
              <a:t>제외</a:t>
            </a:r>
            <a:endParaRPr lang="en-US" altLang="ko-KR" dirty="0"/>
          </a:p>
          <a:p>
            <a:r>
              <a:rPr lang="ko-KR" altLang="en-US" dirty="0"/>
              <a:t>서울시 자치구별 음주운전 단속 및 사고건수 집계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신사동 등 중복된 행정동명으로 발생한 </a:t>
            </a:r>
            <a:r>
              <a:rPr lang="ko-KR" altLang="en-US" dirty="0" err="1"/>
              <a:t>결측치</a:t>
            </a:r>
            <a:r>
              <a:rPr lang="ko-KR" altLang="en-US" dirty="0"/>
              <a:t> 경우</a:t>
            </a:r>
            <a:r>
              <a:rPr lang="en-US" altLang="ko-KR" dirty="0"/>
              <a:t>,</a:t>
            </a:r>
            <a:r>
              <a:rPr lang="ko-KR" altLang="en-US" dirty="0"/>
              <a:t> 평균값으로 처리</a:t>
            </a:r>
            <a:endParaRPr lang="en-US" altLang="ko-KR" dirty="0"/>
          </a:p>
          <a:p>
            <a:r>
              <a:rPr lang="ko-KR" altLang="en-US" dirty="0" err="1"/>
              <a:t>조건별</a:t>
            </a:r>
            <a:r>
              <a:rPr lang="en-US" altLang="ko-KR" dirty="0"/>
              <a:t>(</a:t>
            </a:r>
            <a:r>
              <a:rPr lang="ko-KR" altLang="en-US" dirty="0" err="1"/>
              <a:t>요일별</a:t>
            </a:r>
            <a:r>
              <a:rPr lang="en-US" altLang="ko-KR" dirty="0"/>
              <a:t>, </a:t>
            </a:r>
            <a:r>
              <a:rPr lang="ko-KR" altLang="en-US" dirty="0"/>
              <a:t>월별</a:t>
            </a:r>
            <a:r>
              <a:rPr lang="en-US" altLang="ko-KR" dirty="0"/>
              <a:t>, </a:t>
            </a:r>
            <a:r>
              <a:rPr lang="ko-KR" altLang="en-US" dirty="0"/>
              <a:t>연령별</a:t>
            </a:r>
            <a:r>
              <a:rPr lang="en-US" altLang="ko-KR" dirty="0"/>
              <a:t>, </a:t>
            </a:r>
            <a:r>
              <a:rPr lang="ko-KR" altLang="en-US" dirty="0"/>
              <a:t>시간대별</a:t>
            </a:r>
            <a:r>
              <a:rPr lang="en-US" altLang="ko-KR" dirty="0"/>
              <a:t>) </a:t>
            </a:r>
            <a:r>
              <a:rPr lang="ko-KR" altLang="en-US" dirty="0"/>
              <a:t>음주운전 적발 비중 집계</a:t>
            </a:r>
            <a:endParaRPr lang="en-US" altLang="ko-KR" dirty="0"/>
          </a:p>
          <a:p>
            <a:r>
              <a:rPr lang="ko-KR" altLang="en-US" dirty="0"/>
              <a:t>자치구 기준 데이터 병합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CA94ED-7649-4EC1-84D4-3D622FF14281}"/>
              </a:ext>
            </a:extLst>
          </p:cNvPr>
          <p:cNvSpPr txBox="1"/>
          <p:nvPr/>
        </p:nvSpPr>
        <p:spPr>
          <a:xfrm>
            <a:off x="838200" y="5627496"/>
            <a:ext cx="7807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: </a:t>
            </a:r>
            <a:r>
              <a:rPr lang="ko-KR" altLang="en-US" dirty="0"/>
              <a:t>그렇다면 음식점이라면 주류를 판매하되 음식점으로 분류되는 건가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969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4A32-32AA-4CF1-80D6-4DA5F73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분석기법</a:t>
            </a:r>
            <a:r>
              <a:rPr lang="en-US" altLang="ko-KR" dirty="0"/>
              <a:t>(</a:t>
            </a:r>
            <a:r>
              <a:rPr lang="ko-KR" altLang="en-US" dirty="0"/>
              <a:t>모델링</a:t>
            </a:r>
            <a:r>
              <a:rPr lang="en-US" altLang="ko-KR" dirty="0"/>
              <a:t>) </a:t>
            </a:r>
            <a:r>
              <a:rPr lang="ko-KR" altLang="en-US" dirty="0"/>
              <a:t>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A6458-C8B1-469C-9762-771A557E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52" y="1440297"/>
            <a:ext cx="712202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sz="1800" dirty="0"/>
              <a:t>클러스터링</a:t>
            </a:r>
            <a:r>
              <a:rPr lang="en-US" altLang="ko-KR" sz="1800" dirty="0"/>
              <a:t>(K-means): </a:t>
            </a:r>
            <a:r>
              <a:rPr lang="ko-KR" altLang="en-US" sz="1800" dirty="0"/>
              <a:t>음주운전 적발 건수를 </a:t>
            </a:r>
            <a:r>
              <a:rPr lang="ko-KR" altLang="en-US" sz="1800" dirty="0" err="1"/>
              <a:t>요일별</a:t>
            </a:r>
            <a:r>
              <a:rPr lang="en-US" altLang="ko-KR" sz="1800" dirty="0"/>
              <a:t>, </a:t>
            </a:r>
            <a:r>
              <a:rPr lang="ko-KR" altLang="en-US" sz="1800" dirty="0"/>
              <a:t>연령대별 등 음주운전의 특성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14C85D-3525-4AD8-B8EF-EBA07CB2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10" y="2012268"/>
            <a:ext cx="6631962" cy="2871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1A413D-1979-4EC0-9769-3CE98AEC01FE}"/>
              </a:ext>
            </a:extLst>
          </p:cNvPr>
          <p:cNvSpPr txBox="1"/>
          <p:nvPr/>
        </p:nvSpPr>
        <p:spPr>
          <a:xfrm>
            <a:off x="293619" y="5090396"/>
            <a:ext cx="7149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: </a:t>
            </a:r>
            <a:r>
              <a:rPr lang="ko-KR" altLang="en-US" dirty="0"/>
              <a:t>공간적 위험도 지도</a:t>
            </a:r>
            <a:r>
              <a:rPr lang="en-US" altLang="ko-KR" dirty="0"/>
              <a:t>(GIS </a:t>
            </a:r>
            <a:r>
              <a:rPr lang="ko-KR" altLang="en-US" dirty="0"/>
              <a:t>시각화</a:t>
            </a:r>
            <a:r>
              <a:rPr lang="en-US" altLang="ko-KR" dirty="0"/>
              <a:t>)</a:t>
            </a:r>
            <a:r>
              <a:rPr lang="ko-KR" altLang="en-US" dirty="0"/>
              <a:t>를 통해 </a:t>
            </a:r>
            <a:r>
              <a:rPr lang="ko-KR" altLang="en-US" dirty="0" err="1"/>
              <a:t>클러스팅</a:t>
            </a:r>
            <a:r>
              <a:rPr lang="ko-KR" altLang="en-US" dirty="0"/>
              <a:t> 결과를 제공하여 공간적 인과관계를 잘 드러냄</a:t>
            </a:r>
            <a:r>
              <a:rPr lang="en-US" altLang="ko-KR" dirty="0"/>
              <a:t>(</a:t>
            </a:r>
            <a:r>
              <a:rPr lang="ko-KR" altLang="en-US" dirty="0"/>
              <a:t>선정이유에서 언급하기 좋을 듯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요일별</a:t>
            </a:r>
            <a:r>
              <a:rPr lang="ko-KR" altLang="en-US" dirty="0"/>
              <a:t> 분석에서 </a:t>
            </a:r>
            <a:r>
              <a:rPr lang="en-US" altLang="ko-KR" dirty="0"/>
              <a:t>2022</a:t>
            </a:r>
            <a:r>
              <a:rPr lang="ko-KR" altLang="en-US" dirty="0"/>
              <a:t>년 공휴일을 전부 고려해서 공휴일을 기타로 따로 </a:t>
            </a:r>
            <a:r>
              <a:rPr lang="ko-KR" altLang="en-US" dirty="0" err="1"/>
              <a:t>분류시킴</a:t>
            </a:r>
            <a:endParaRPr lang="en-US" altLang="ko-KR" dirty="0"/>
          </a:p>
          <a:p>
            <a:r>
              <a:rPr lang="en-US" altLang="ko-KR" dirty="0"/>
              <a:t> K-mean</a:t>
            </a:r>
            <a:r>
              <a:rPr lang="ko-KR" altLang="en-US" dirty="0"/>
              <a:t>과 </a:t>
            </a:r>
            <a:r>
              <a:rPr lang="en-US" altLang="ko-KR" dirty="0"/>
              <a:t>DBSCAN</a:t>
            </a:r>
            <a:r>
              <a:rPr lang="ko-KR" altLang="en-US" dirty="0"/>
              <a:t>을 모두 수행하여 성능 비교 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443D658F-89FC-489D-802A-3B8DE80A9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083" y="524727"/>
            <a:ext cx="4671465" cy="233192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0B961A6-A94B-4901-9FAA-6C107C0DC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472" y="2958666"/>
            <a:ext cx="4448429" cy="1924833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22596B5B-370F-410A-96C8-BB937D20B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624" y="5090396"/>
            <a:ext cx="4528924" cy="140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7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4A32-32AA-4CF1-80D6-4DA5F73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분석기법</a:t>
            </a:r>
            <a:r>
              <a:rPr lang="en-US" altLang="ko-KR" dirty="0"/>
              <a:t>(</a:t>
            </a:r>
            <a:r>
              <a:rPr lang="ko-KR" altLang="en-US" dirty="0"/>
              <a:t>모델링</a:t>
            </a:r>
            <a:r>
              <a:rPr lang="en-US" altLang="ko-KR" dirty="0"/>
              <a:t>) </a:t>
            </a:r>
            <a:r>
              <a:rPr lang="ko-KR" altLang="en-US" dirty="0"/>
              <a:t>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A6458-C8B1-469C-9762-771A557E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83578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상관분석</a:t>
            </a:r>
            <a:r>
              <a:rPr lang="en-US" altLang="ko-KR" sz="2000" dirty="0"/>
              <a:t>: </a:t>
            </a:r>
            <a:r>
              <a:rPr lang="ko-KR" altLang="en-US" sz="2000" dirty="0"/>
              <a:t>음주운전과 각 요인 변수들</a:t>
            </a:r>
            <a:r>
              <a:rPr lang="en-US" altLang="ko-KR" sz="2000" dirty="0"/>
              <a:t>(CCTV, </a:t>
            </a:r>
            <a:r>
              <a:rPr lang="ko-KR" altLang="en-US" sz="2000" dirty="0"/>
              <a:t>음식점 등</a:t>
            </a:r>
            <a:r>
              <a:rPr lang="en-US" altLang="ko-KR" sz="2000" dirty="0"/>
              <a:t>)</a:t>
            </a:r>
            <a:r>
              <a:rPr lang="ko-KR" altLang="en-US" sz="2000" dirty="0"/>
              <a:t>의 관계를 확인하고</a:t>
            </a:r>
            <a:r>
              <a:rPr lang="en-US" altLang="ko-KR" sz="2000" dirty="0"/>
              <a:t>, </a:t>
            </a:r>
            <a:r>
              <a:rPr lang="ko-KR" altLang="en-US" sz="2000" dirty="0"/>
              <a:t>어떤 요인으로 음주운전이 발생하는지 파악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610F33-924F-4B37-9C7E-9333239B5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21" y="2382430"/>
            <a:ext cx="11353801" cy="35822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4550260-50FA-43D5-899D-7ED438354648}"/>
                  </a:ext>
                </a:extLst>
              </p14:cNvPr>
              <p14:cNvContentPartPr/>
              <p14:nvPr/>
            </p14:nvContentPartPr>
            <p14:xfrm>
              <a:off x="875121" y="5219363"/>
              <a:ext cx="2199240" cy="277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4550260-50FA-43D5-899D-7ED4383546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121" y="5147363"/>
                <a:ext cx="22708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DA73A7F7-F9B5-4CCB-9470-8D19CBE636DB}"/>
                  </a:ext>
                </a:extLst>
              </p14:cNvPr>
              <p14:cNvContentPartPr/>
              <p14:nvPr/>
            </p14:nvContentPartPr>
            <p14:xfrm>
              <a:off x="1893921" y="5410883"/>
              <a:ext cx="1908720" cy="342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DA73A7F7-F9B5-4CCB-9470-8D19CBE636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8281" y="5339243"/>
                <a:ext cx="19803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E7284350-66E0-47C4-AAFD-8017F3714BC4}"/>
                  </a:ext>
                </a:extLst>
              </p14:cNvPr>
              <p14:cNvContentPartPr/>
              <p14:nvPr/>
            </p14:nvContentPartPr>
            <p14:xfrm>
              <a:off x="1928481" y="5568563"/>
              <a:ext cx="1846800" cy="75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E7284350-66E0-47C4-AAFD-8017F3714B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92841" y="5496563"/>
                <a:ext cx="19184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7FA510E1-0A16-4A9C-A266-7D7354A91D2D}"/>
                  </a:ext>
                </a:extLst>
              </p14:cNvPr>
              <p14:cNvContentPartPr/>
              <p14:nvPr/>
            </p14:nvContentPartPr>
            <p14:xfrm>
              <a:off x="1152176" y="5947501"/>
              <a:ext cx="1949760" cy="7056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7FA510E1-0A16-4A9C-A266-7D7354A91D2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43176" y="5938861"/>
                <a:ext cx="1967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4" name="잉크 153">
                <a:extLst>
                  <a:ext uri="{FF2B5EF4-FFF2-40B4-BE49-F238E27FC236}">
                    <a16:creationId xmlns:a16="http://schemas.microsoft.com/office/drawing/2014/main" id="{A6CFEA62-1407-4EA0-8086-7FB4C54D3330}"/>
                  </a:ext>
                </a:extLst>
              </p14:cNvPr>
              <p14:cNvContentPartPr/>
              <p14:nvPr/>
            </p14:nvContentPartPr>
            <p14:xfrm>
              <a:off x="3335950" y="3752181"/>
              <a:ext cx="155160" cy="6120"/>
            </p14:xfrm>
          </p:contentPart>
        </mc:Choice>
        <mc:Fallback xmlns="">
          <p:pic>
            <p:nvPicPr>
              <p:cNvPr id="154" name="잉크 153">
                <a:extLst>
                  <a:ext uri="{FF2B5EF4-FFF2-40B4-BE49-F238E27FC236}">
                    <a16:creationId xmlns:a16="http://schemas.microsoft.com/office/drawing/2014/main" id="{A6CFEA62-1407-4EA0-8086-7FB4C54D333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26950" y="3743181"/>
                <a:ext cx="1728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55" name="잉크 154">
                <a:extLst>
                  <a:ext uri="{FF2B5EF4-FFF2-40B4-BE49-F238E27FC236}">
                    <a16:creationId xmlns:a16="http://schemas.microsoft.com/office/drawing/2014/main" id="{6BFB3ACA-200C-435C-83C2-2046F89F9AE9}"/>
                  </a:ext>
                </a:extLst>
              </p14:cNvPr>
              <p14:cNvContentPartPr/>
              <p14:nvPr/>
            </p14:nvContentPartPr>
            <p14:xfrm>
              <a:off x="3339550" y="3392541"/>
              <a:ext cx="144360" cy="19440"/>
            </p14:xfrm>
          </p:contentPart>
        </mc:Choice>
        <mc:Fallback xmlns="">
          <p:pic>
            <p:nvPicPr>
              <p:cNvPr id="155" name="잉크 154">
                <a:extLst>
                  <a:ext uri="{FF2B5EF4-FFF2-40B4-BE49-F238E27FC236}">
                    <a16:creationId xmlns:a16="http://schemas.microsoft.com/office/drawing/2014/main" id="{6BFB3ACA-200C-435C-83C2-2046F89F9AE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330910" y="3383541"/>
                <a:ext cx="162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6" name="잉크 155">
                <a:extLst>
                  <a:ext uri="{FF2B5EF4-FFF2-40B4-BE49-F238E27FC236}">
                    <a16:creationId xmlns:a16="http://schemas.microsoft.com/office/drawing/2014/main" id="{15A302CC-3118-46C3-9C3B-137B154E6CD6}"/>
                  </a:ext>
                </a:extLst>
              </p14:cNvPr>
              <p14:cNvContentPartPr/>
              <p14:nvPr/>
            </p14:nvContentPartPr>
            <p14:xfrm>
              <a:off x="3348190" y="3892581"/>
              <a:ext cx="140760" cy="14760"/>
            </p14:xfrm>
          </p:contentPart>
        </mc:Choice>
        <mc:Fallback xmlns="">
          <p:pic>
            <p:nvPicPr>
              <p:cNvPr id="156" name="잉크 155">
                <a:extLst>
                  <a:ext uri="{FF2B5EF4-FFF2-40B4-BE49-F238E27FC236}">
                    <a16:creationId xmlns:a16="http://schemas.microsoft.com/office/drawing/2014/main" id="{15A302CC-3118-46C3-9C3B-137B154E6CD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339550" y="3883581"/>
                <a:ext cx="1584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E4657A88-6D36-483D-B487-BAD7B98CECF0}"/>
                  </a:ext>
                </a:extLst>
              </p14:cNvPr>
              <p14:cNvContentPartPr/>
              <p14:nvPr/>
            </p14:nvContentPartPr>
            <p14:xfrm>
              <a:off x="1469965" y="5828294"/>
              <a:ext cx="223560" cy="17388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E4657A88-6D36-483D-B487-BAD7B98CECF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60965" y="5819294"/>
                <a:ext cx="241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E3A2BD38-1B08-4F95-8933-3A3E6A94E2BF}"/>
                  </a:ext>
                </a:extLst>
              </p14:cNvPr>
              <p14:cNvContentPartPr/>
              <p14:nvPr/>
            </p14:nvContentPartPr>
            <p14:xfrm>
              <a:off x="11449692" y="3588547"/>
              <a:ext cx="216000" cy="153000"/>
            </p14:xfrm>
          </p:contentPart>
        </mc:Choice>
        <mc:Fallback xmlns="">
          <p:pic>
            <p:nvPicPr>
              <p:cNvPr id="164" name="잉크 163">
                <a:extLst>
                  <a:ext uri="{FF2B5EF4-FFF2-40B4-BE49-F238E27FC236}">
                    <a16:creationId xmlns:a16="http://schemas.microsoft.com/office/drawing/2014/main" id="{E3A2BD38-1B08-4F95-8933-3A3E6A94E2B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441052" y="3579907"/>
                <a:ext cx="2336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C4ADBADC-0DCF-4DF6-8423-35E80766D81D}"/>
                  </a:ext>
                </a:extLst>
              </p14:cNvPr>
              <p14:cNvContentPartPr/>
              <p14:nvPr/>
            </p14:nvContentPartPr>
            <p14:xfrm>
              <a:off x="11486342" y="3768487"/>
              <a:ext cx="243720" cy="15516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C4ADBADC-0DCF-4DF6-8423-35E80766D81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477702" y="3759487"/>
                <a:ext cx="26136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61E06D3C-B86B-477C-B25E-D7ED681627A6}"/>
              </a:ext>
            </a:extLst>
          </p:cNvPr>
          <p:cNvGrpSpPr/>
          <p:nvPr/>
        </p:nvGrpSpPr>
        <p:grpSpPr>
          <a:xfrm>
            <a:off x="3137391" y="5018938"/>
            <a:ext cx="5813596" cy="324000"/>
            <a:chOff x="3137391" y="5018938"/>
            <a:chExt cx="5813596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0A8913B-EE54-42DC-B0FC-A2FAAD20F59C}"/>
                    </a:ext>
                  </a:extLst>
                </p14:cNvPr>
                <p14:cNvContentPartPr/>
                <p14:nvPr/>
              </p14:nvContentPartPr>
              <p14:xfrm>
                <a:off x="3160431" y="5177698"/>
                <a:ext cx="293400" cy="1652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0A8913B-EE54-42DC-B0FC-A2FAAD20F59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51431" y="5168698"/>
                  <a:ext cx="311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CFB8E0F-2187-46BF-BFAB-3A23E373E88C}"/>
                    </a:ext>
                  </a:extLst>
                </p14:cNvPr>
                <p14:cNvContentPartPr/>
                <p14:nvPr/>
              </p14:nvContentPartPr>
              <p14:xfrm>
                <a:off x="3137391" y="5148538"/>
                <a:ext cx="82440" cy="1173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CFB8E0F-2187-46BF-BFAB-3A23E373E88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28391" y="5139538"/>
                  <a:ext cx="100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281E02E-C675-4354-838C-2FADB299289A}"/>
                    </a:ext>
                  </a:extLst>
                </p14:cNvPr>
                <p14:cNvContentPartPr/>
                <p14:nvPr/>
              </p14:nvContentPartPr>
              <p14:xfrm>
                <a:off x="3352311" y="5272738"/>
                <a:ext cx="117720" cy="676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281E02E-C675-4354-838C-2FADB299289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43671" y="5264098"/>
                  <a:ext cx="135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6BC3B245-E0C0-451A-A037-E28751E8D231}"/>
                    </a:ext>
                  </a:extLst>
                </p14:cNvPr>
                <p14:cNvContentPartPr/>
                <p14:nvPr/>
              </p14:nvContentPartPr>
              <p14:xfrm>
                <a:off x="3538431" y="5067538"/>
                <a:ext cx="11880" cy="486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6BC3B245-E0C0-451A-A037-E28751E8D23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29431" y="5058538"/>
                  <a:ext cx="29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22A9C3A-43B7-4F64-AE1A-22B812E7DDF0}"/>
                    </a:ext>
                  </a:extLst>
                </p14:cNvPr>
                <p14:cNvContentPartPr/>
                <p14:nvPr/>
              </p14:nvContentPartPr>
              <p14:xfrm>
                <a:off x="3524391" y="5058178"/>
                <a:ext cx="106200" cy="1191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22A9C3A-43B7-4F64-AE1A-22B812E7DDF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15391" y="5049538"/>
                  <a:ext cx="1238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40153B0-E5F5-4A4F-9DD0-E5FAB09A5DE9}"/>
                    </a:ext>
                  </a:extLst>
                </p14:cNvPr>
                <p14:cNvContentPartPr/>
                <p14:nvPr/>
              </p14:nvContentPartPr>
              <p14:xfrm>
                <a:off x="3639231" y="5018938"/>
                <a:ext cx="57600" cy="630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40153B0-E5F5-4A4F-9DD0-E5FAB09A5DE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30231" y="5010298"/>
                  <a:ext cx="75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4608357-8CE5-4914-B701-F949772A22E7}"/>
                    </a:ext>
                  </a:extLst>
                </p14:cNvPr>
                <p14:cNvContentPartPr/>
                <p14:nvPr/>
              </p14:nvContentPartPr>
              <p14:xfrm>
                <a:off x="3605751" y="5092738"/>
                <a:ext cx="124560" cy="651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4608357-8CE5-4914-B701-F949772A22E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97111" y="5083738"/>
                  <a:ext cx="142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23F7A5D-957B-4707-8EA4-0326273A04F7}"/>
                    </a:ext>
                  </a:extLst>
                </p14:cNvPr>
                <p14:cNvContentPartPr/>
                <p14:nvPr/>
              </p14:nvContentPartPr>
              <p14:xfrm>
                <a:off x="3647511" y="5137018"/>
                <a:ext cx="73080" cy="608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23F7A5D-957B-4707-8EA4-0326273A04F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38871" y="5128018"/>
                  <a:ext cx="90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381B570-6F4A-49A3-AF1D-EA9CEFC18347}"/>
                    </a:ext>
                  </a:extLst>
                </p14:cNvPr>
                <p14:cNvContentPartPr/>
                <p14:nvPr/>
              </p14:nvContentPartPr>
              <p14:xfrm>
                <a:off x="3733551" y="5038018"/>
                <a:ext cx="118080" cy="1573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381B570-6F4A-49A3-AF1D-EA9CEFC1834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724551" y="5029378"/>
                  <a:ext cx="135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1DBC817-DF57-4545-AA00-40B301D7D919}"/>
                    </a:ext>
                  </a:extLst>
                </p14:cNvPr>
                <p14:cNvContentPartPr/>
                <p14:nvPr/>
              </p14:nvContentPartPr>
              <p14:xfrm>
                <a:off x="3885471" y="5058178"/>
                <a:ext cx="57960" cy="471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1DBC817-DF57-4545-AA00-40B301D7D91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76471" y="5049178"/>
                  <a:ext cx="75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EBBFF368-D5E9-47C1-B3B4-874360EB1BF2}"/>
                    </a:ext>
                  </a:extLst>
                </p14:cNvPr>
                <p14:cNvContentPartPr/>
                <p14:nvPr/>
              </p14:nvContentPartPr>
              <p14:xfrm>
                <a:off x="3914991" y="5032978"/>
                <a:ext cx="61920" cy="1724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BBFF368-D5E9-47C1-B3B4-874360EB1BF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06351" y="5023978"/>
                  <a:ext cx="79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0376FA3-1116-4857-90B0-5BD7ED8BD492}"/>
                    </a:ext>
                  </a:extLst>
                </p14:cNvPr>
                <p14:cNvContentPartPr/>
                <p14:nvPr/>
              </p14:nvContentPartPr>
              <p14:xfrm>
                <a:off x="3916071" y="5155378"/>
                <a:ext cx="59400" cy="489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0376FA3-1116-4857-90B0-5BD7ED8BD49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07431" y="5146378"/>
                  <a:ext cx="77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964432F4-9C1A-4FC2-B6B1-2722BE3F2557}"/>
                    </a:ext>
                  </a:extLst>
                </p14:cNvPr>
                <p14:cNvContentPartPr/>
                <p14:nvPr/>
              </p14:nvContentPartPr>
              <p14:xfrm>
                <a:off x="8370307" y="5032518"/>
                <a:ext cx="580680" cy="23652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964432F4-9C1A-4FC2-B6B1-2722BE3F255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61667" y="5023878"/>
                  <a:ext cx="59832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8E99E303-2FB3-4A08-9867-956930CAC789}"/>
              </a:ext>
            </a:extLst>
          </p:cNvPr>
          <p:cNvGrpSpPr/>
          <p:nvPr/>
        </p:nvGrpSpPr>
        <p:grpSpPr>
          <a:xfrm>
            <a:off x="2049834" y="2649840"/>
            <a:ext cx="949320" cy="236160"/>
            <a:chOff x="2049834" y="2649840"/>
            <a:chExt cx="94932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37F49738-7A02-44F3-8EA8-6F1783B51F16}"/>
                    </a:ext>
                  </a:extLst>
                </p14:cNvPr>
                <p14:cNvContentPartPr/>
                <p14:nvPr/>
              </p14:nvContentPartPr>
              <p14:xfrm>
                <a:off x="2049834" y="2739840"/>
                <a:ext cx="210600" cy="25560"/>
              </p14:xfrm>
            </p:contentPart>
          </mc:Choice>
          <mc:Fallback xmlns=""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37F49738-7A02-44F3-8EA8-6F1783B51F1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041194" y="2731200"/>
                  <a:ext cx="228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05D35A90-BFC8-4CDC-B7E2-F083F6AD742F}"/>
                    </a:ext>
                  </a:extLst>
                </p14:cNvPr>
                <p14:cNvContentPartPr/>
                <p14:nvPr/>
              </p14:nvContentPartPr>
              <p14:xfrm>
                <a:off x="2208954" y="2730480"/>
                <a:ext cx="91080" cy="118440"/>
              </p14:xfrm>
            </p:contentPart>
          </mc:Choice>
          <mc:Fallback xmlns=""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05D35A90-BFC8-4CDC-B7E2-F083F6AD742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199954" y="2721480"/>
                  <a:ext cx="10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F0BD7179-6DAF-4229-9291-6C37100FA06F}"/>
                    </a:ext>
                  </a:extLst>
                </p14:cNvPr>
                <p14:cNvContentPartPr/>
                <p14:nvPr/>
              </p14:nvContentPartPr>
              <p14:xfrm>
                <a:off x="2352594" y="2673240"/>
                <a:ext cx="164880" cy="194400"/>
              </p14:xfrm>
            </p:contentPart>
          </mc:Choice>
          <mc:Fallback xmlns=""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F0BD7179-6DAF-4229-9291-6C37100FA06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343954" y="2664240"/>
                  <a:ext cx="182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44736067-928B-4006-B611-AF6F082CD305}"/>
                    </a:ext>
                  </a:extLst>
                </p14:cNvPr>
                <p14:cNvContentPartPr/>
                <p14:nvPr/>
              </p14:nvContentPartPr>
              <p14:xfrm>
                <a:off x="2564274" y="2670360"/>
                <a:ext cx="105120" cy="200880"/>
              </p14:xfrm>
            </p:contentPart>
          </mc:Choice>
          <mc:Fallback xmlns=""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44736067-928B-4006-B611-AF6F082CD30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555274" y="2661720"/>
                  <a:ext cx="122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7136CEC3-3E15-4F9D-9324-8BD0F3851654}"/>
                    </a:ext>
                  </a:extLst>
                </p14:cNvPr>
                <p14:cNvContentPartPr/>
                <p14:nvPr/>
              </p14:nvContentPartPr>
              <p14:xfrm>
                <a:off x="2715114" y="2667480"/>
                <a:ext cx="97560" cy="92520"/>
              </p14:xfrm>
            </p:contentPart>
          </mc:Choice>
          <mc:Fallback xmlns=""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7136CEC3-3E15-4F9D-9324-8BD0F385165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706474" y="2658840"/>
                  <a:ext cx="115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2F3758D7-E861-4ECC-AA17-9417F0A174B5}"/>
                    </a:ext>
                  </a:extLst>
                </p14:cNvPr>
                <p14:cNvContentPartPr/>
                <p14:nvPr/>
              </p14:nvContentPartPr>
              <p14:xfrm>
                <a:off x="2667594" y="2756760"/>
                <a:ext cx="191160" cy="129240"/>
              </p14:xfrm>
            </p:contentPart>
          </mc:Choice>
          <mc:Fallback xmlns=""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2F3758D7-E861-4ECC-AA17-9417F0A174B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658594" y="2748120"/>
                  <a:ext cx="208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B865A761-2318-415D-B260-F05114CD9373}"/>
                    </a:ext>
                  </a:extLst>
                </p14:cNvPr>
                <p14:cNvContentPartPr/>
                <p14:nvPr/>
              </p14:nvContentPartPr>
              <p14:xfrm>
                <a:off x="2867394" y="2649840"/>
                <a:ext cx="131760" cy="171720"/>
              </p14:xfrm>
            </p:contentPart>
          </mc:Choice>
          <mc:Fallback xmlns=""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B865A761-2318-415D-B260-F05114CD937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858754" y="2641200"/>
                  <a:ext cx="14940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57849A07-5446-43F4-8E59-659A65BC5624}"/>
              </a:ext>
            </a:extLst>
          </p:cNvPr>
          <p:cNvGrpSpPr/>
          <p:nvPr/>
        </p:nvGrpSpPr>
        <p:grpSpPr>
          <a:xfrm>
            <a:off x="3206747" y="2640076"/>
            <a:ext cx="944640" cy="338040"/>
            <a:chOff x="3206747" y="2640076"/>
            <a:chExt cx="94464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C1207A5D-F522-40CD-8D14-0E7569DDDC1A}"/>
                    </a:ext>
                  </a:extLst>
                </p14:cNvPr>
                <p14:cNvContentPartPr/>
                <p14:nvPr/>
              </p14:nvContentPartPr>
              <p14:xfrm>
                <a:off x="3356867" y="2660956"/>
                <a:ext cx="39600" cy="156600"/>
              </p14:xfrm>
            </p:contentPart>
          </mc:Choice>
          <mc:Fallback xmlns=""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C1207A5D-F522-40CD-8D14-0E7569DDDC1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347867" y="2652316"/>
                  <a:ext cx="5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B0568577-8675-41D1-9150-D3000D066757}"/>
                    </a:ext>
                  </a:extLst>
                </p14:cNvPr>
                <p14:cNvContentPartPr/>
                <p14:nvPr/>
              </p14:nvContentPartPr>
              <p14:xfrm>
                <a:off x="3251747" y="2736196"/>
                <a:ext cx="257040" cy="164160"/>
              </p14:xfrm>
            </p:contentPart>
          </mc:Choice>
          <mc:Fallback xmlns=""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B0568577-8675-41D1-9150-D3000D06675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242747" y="2727196"/>
                  <a:ext cx="274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A4353775-3493-4E16-A1E1-774831264C92}"/>
                    </a:ext>
                  </a:extLst>
                </p14:cNvPr>
                <p14:cNvContentPartPr/>
                <p14:nvPr/>
              </p14:nvContentPartPr>
              <p14:xfrm>
                <a:off x="3485027" y="2700556"/>
                <a:ext cx="142200" cy="140400"/>
              </p14:xfrm>
            </p:contentPart>
          </mc:Choice>
          <mc:Fallback xmlns=""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A4353775-3493-4E16-A1E1-774831264C9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476027" y="2691556"/>
                  <a:ext cx="159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9D89E501-F7B5-4AE8-BBEB-CDB7C8B1FCC0}"/>
                    </a:ext>
                  </a:extLst>
                </p14:cNvPr>
                <p14:cNvContentPartPr/>
                <p14:nvPr/>
              </p14:nvContentPartPr>
              <p14:xfrm>
                <a:off x="3576107" y="2663476"/>
                <a:ext cx="121680" cy="253800"/>
              </p14:xfrm>
            </p:contentPart>
          </mc:Choice>
          <mc:Fallback xmlns=""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9D89E501-F7B5-4AE8-BBEB-CDB7C8B1FCC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567467" y="2654476"/>
                  <a:ext cx="1393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50E28DA2-6349-4D8D-8794-2F9C1E8567A7}"/>
                    </a:ext>
                  </a:extLst>
                </p14:cNvPr>
                <p14:cNvContentPartPr/>
                <p14:nvPr/>
              </p14:nvContentPartPr>
              <p14:xfrm>
                <a:off x="3730187" y="2689036"/>
                <a:ext cx="102960" cy="275760"/>
              </p14:xfrm>
            </p:contentPart>
          </mc:Choice>
          <mc:Fallback xmlns=""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50E28DA2-6349-4D8D-8794-2F9C1E8567A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721547" y="2680036"/>
                  <a:ext cx="120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7C350003-09D4-4EB0-A246-2FECBCBBF002}"/>
                    </a:ext>
                  </a:extLst>
                </p14:cNvPr>
                <p14:cNvContentPartPr/>
                <p14:nvPr/>
              </p14:nvContentPartPr>
              <p14:xfrm>
                <a:off x="3876347" y="2683276"/>
                <a:ext cx="76320" cy="115920"/>
              </p14:xfrm>
            </p:contentPart>
          </mc:Choice>
          <mc:Fallback xmlns=""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7C350003-09D4-4EB0-A246-2FECBCBBF00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867707" y="2674276"/>
                  <a:ext cx="93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5114F648-82E6-4DC6-A2D3-AF3E64F574BA}"/>
                    </a:ext>
                  </a:extLst>
                </p14:cNvPr>
                <p14:cNvContentPartPr/>
                <p14:nvPr/>
              </p14:nvContentPartPr>
              <p14:xfrm>
                <a:off x="3933947" y="2640076"/>
                <a:ext cx="119520" cy="248400"/>
              </p14:xfrm>
            </p:contentPart>
          </mc:Choice>
          <mc:Fallback xmlns=""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5114F648-82E6-4DC6-A2D3-AF3E64F574B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924947" y="2631076"/>
                  <a:ext cx="1371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4B28D9F4-E393-4D38-8B93-E6BE1DBEDE2B}"/>
                    </a:ext>
                  </a:extLst>
                </p14:cNvPr>
                <p14:cNvContentPartPr/>
                <p14:nvPr/>
              </p14:nvContentPartPr>
              <p14:xfrm>
                <a:off x="3206747" y="2885956"/>
                <a:ext cx="794160" cy="92160"/>
              </p14:xfrm>
            </p:contentPart>
          </mc:Choice>
          <mc:Fallback xmlns=""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4B28D9F4-E393-4D38-8B93-E6BE1DBEDE2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198107" y="2877316"/>
                  <a:ext cx="811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37DFE1BA-5943-408E-8664-B70EC6BF570D}"/>
                    </a:ext>
                  </a:extLst>
                </p14:cNvPr>
                <p14:cNvContentPartPr/>
                <p14:nvPr/>
              </p14:nvContentPartPr>
              <p14:xfrm>
                <a:off x="4071107" y="2647996"/>
                <a:ext cx="80280" cy="205920"/>
              </p14:xfrm>
            </p:contentPart>
          </mc:Choice>
          <mc:Fallback xmlns=""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37DFE1BA-5943-408E-8664-B70EC6BF570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062467" y="2638996"/>
                  <a:ext cx="97920" cy="223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14183C-AC32-47C3-B952-13ABF487F968}"/>
              </a:ext>
            </a:extLst>
          </p:cNvPr>
          <p:cNvSpPr txBox="1"/>
          <p:nvPr/>
        </p:nvSpPr>
        <p:spPr>
          <a:xfrm>
            <a:off x="610820" y="6141471"/>
            <a:ext cx="11353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요인분석을 넘어서 상관분석을 통해서 시간과 공간을 모두 고려할 수 있는 파생변수를 생성</a:t>
            </a:r>
            <a:endParaRPr lang="en-US" altLang="ko-KR" dirty="0"/>
          </a:p>
          <a:p>
            <a:r>
              <a:rPr lang="ko-KR" altLang="en-US" dirty="0"/>
              <a:t>시간대별 단속 건수가 앞서 기술 통계 결과</a:t>
            </a:r>
            <a:r>
              <a:rPr lang="en-US" altLang="ko-KR" dirty="0"/>
              <a:t>(22~ 02</a:t>
            </a:r>
            <a:r>
              <a:rPr lang="ko-KR" altLang="en-US" dirty="0"/>
              <a:t>시간대가 높은 알코올농도</a:t>
            </a:r>
            <a:r>
              <a:rPr lang="en-US" altLang="ko-KR" dirty="0"/>
              <a:t>)</a:t>
            </a:r>
            <a:r>
              <a:rPr lang="ko-KR" altLang="en-US" dirty="0"/>
              <a:t>와 상이하게 나옴</a:t>
            </a:r>
            <a:r>
              <a:rPr lang="en-US" altLang="ko-KR" dirty="0"/>
              <a:t>(</a:t>
            </a:r>
            <a:r>
              <a:rPr lang="ko-KR" altLang="en-US" dirty="0"/>
              <a:t>재분석필요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740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4A32-32AA-4CF1-80D6-4DA5F73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분석기법</a:t>
            </a:r>
            <a:r>
              <a:rPr lang="en-US" altLang="ko-KR" dirty="0"/>
              <a:t>(</a:t>
            </a:r>
            <a:r>
              <a:rPr lang="ko-KR" altLang="en-US" dirty="0"/>
              <a:t>모델링</a:t>
            </a:r>
            <a:r>
              <a:rPr lang="en-US" altLang="ko-KR" dirty="0"/>
              <a:t>) </a:t>
            </a:r>
            <a:r>
              <a:rPr lang="ko-KR" altLang="en-US" dirty="0"/>
              <a:t>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A6458-C8B1-469C-9762-771A557E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583578"/>
            <a:ext cx="1160929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랜덤 포레스트 </a:t>
            </a:r>
            <a:r>
              <a:rPr lang="en-US" altLang="ko-KR" sz="2000" dirty="0"/>
              <a:t>: </a:t>
            </a:r>
            <a:r>
              <a:rPr lang="ko-KR" altLang="en-US" sz="2000" dirty="0"/>
              <a:t>최종적인 회귀모델에 사용될 요인을 선정하기 위해서 실행 후</a:t>
            </a:r>
            <a:r>
              <a:rPr lang="en-US" altLang="ko-KR" sz="2000" dirty="0"/>
              <a:t>, </a:t>
            </a:r>
            <a:r>
              <a:rPr lang="ko-KR" altLang="en-US" sz="2000" dirty="0"/>
              <a:t>피처 중요도 파악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58600F-6EA6-4186-8A4F-2D8111507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323"/>
          <a:stretch/>
        </p:blipFill>
        <p:spPr>
          <a:xfrm>
            <a:off x="436057" y="2021856"/>
            <a:ext cx="4901686" cy="217894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07F1040-336F-43B5-A850-90FFFFAB4A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208"/>
          <a:stretch/>
        </p:blipFill>
        <p:spPr>
          <a:xfrm>
            <a:off x="5363363" y="2233981"/>
            <a:ext cx="3417808" cy="158999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61197C3-13E5-422D-815A-40DFFB5C23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245" t="19630" r="-1" b="7988"/>
          <a:stretch/>
        </p:blipFill>
        <p:spPr>
          <a:xfrm>
            <a:off x="426579" y="4484266"/>
            <a:ext cx="3090974" cy="13977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8C3506-F261-4DFE-ADD4-65A788BA3933}"/>
              </a:ext>
            </a:extLst>
          </p:cNvPr>
          <p:cNvSpPr txBox="1"/>
          <p:nvPr/>
        </p:nvSpPr>
        <p:spPr>
          <a:xfrm>
            <a:off x="3643249" y="4512024"/>
            <a:ext cx="8259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모델에 사용될 요인들이 모두 공간관련 요인들로 시간관련 요인들은 배제함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multicollinearity</a:t>
            </a:r>
            <a:r>
              <a:rPr lang="ko-KR" altLang="en-US" dirty="0"/>
              <a:t>를 나타내는 </a:t>
            </a:r>
            <a:r>
              <a:rPr lang="en-US" altLang="ko-KR" dirty="0"/>
              <a:t>VIF</a:t>
            </a:r>
            <a:r>
              <a:rPr lang="ko-KR" altLang="en-US" dirty="0"/>
              <a:t>값이 높게 나와 이에 대한 해결책으로</a:t>
            </a:r>
            <a:r>
              <a:rPr lang="en-US" altLang="ko-KR" dirty="0"/>
              <a:t> feature</a:t>
            </a:r>
            <a:r>
              <a:rPr lang="ko-KR" altLang="en-US" dirty="0"/>
              <a:t>를 일부 합치고 특정 변수들을 선정하였는데 이를 대체할 수 있는 해결책이 필요함</a:t>
            </a:r>
            <a:endParaRPr lang="en-US" altLang="ko-KR" dirty="0"/>
          </a:p>
          <a:p>
            <a:r>
              <a:rPr lang="en-US" altLang="ko-KR" dirty="0"/>
              <a:t>-&gt; PCA(</a:t>
            </a:r>
            <a:r>
              <a:rPr lang="ko-KR" altLang="en-US" dirty="0"/>
              <a:t>해석이 어렵지 않나</a:t>
            </a:r>
            <a:r>
              <a:rPr lang="en-US" altLang="ko-KR" dirty="0"/>
              <a:t>?)</a:t>
            </a:r>
            <a:endParaRPr lang="ko-KR" altLang="en-US" dirty="0"/>
          </a:p>
        </p:txBody>
      </p:sp>
      <p:pic>
        <p:nvPicPr>
          <p:cNvPr id="301" name="그림 300">
            <a:extLst>
              <a:ext uri="{FF2B5EF4-FFF2-40B4-BE49-F238E27FC236}">
                <a16:creationId xmlns:a16="http://schemas.microsoft.com/office/drawing/2014/main" id="{59EACD47-956E-46F5-8800-FA8EB9125C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153"/>
          <a:stretch/>
        </p:blipFill>
        <p:spPr>
          <a:xfrm>
            <a:off x="8651887" y="2271631"/>
            <a:ext cx="3417808" cy="211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49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4A32-32AA-4CF1-80D6-4DA5F73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분석기법</a:t>
            </a:r>
            <a:r>
              <a:rPr lang="en-US" altLang="ko-KR" dirty="0"/>
              <a:t>(</a:t>
            </a:r>
            <a:r>
              <a:rPr lang="ko-KR" altLang="en-US" dirty="0"/>
              <a:t>모델링</a:t>
            </a:r>
            <a:r>
              <a:rPr lang="en-US" altLang="ko-KR" dirty="0"/>
              <a:t>) </a:t>
            </a:r>
            <a:r>
              <a:rPr lang="ko-KR" altLang="en-US" dirty="0"/>
              <a:t>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A6458-C8B1-469C-9762-771A557E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83578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 err="1"/>
              <a:t>다변량</a:t>
            </a:r>
            <a:r>
              <a:rPr lang="ko-KR" altLang="en-US" sz="2000" dirty="0"/>
              <a:t> 회귀분석</a:t>
            </a:r>
            <a:r>
              <a:rPr lang="en-US" altLang="ko-KR" sz="2000" dirty="0"/>
              <a:t>: </a:t>
            </a:r>
            <a:r>
              <a:rPr lang="ko-KR" altLang="en-US" sz="2000" dirty="0"/>
              <a:t>여러 결과</a:t>
            </a:r>
            <a:r>
              <a:rPr lang="en-US" altLang="ko-KR" sz="2000" dirty="0"/>
              <a:t>(</a:t>
            </a:r>
            <a:r>
              <a:rPr lang="ko-KR" altLang="en-US" sz="2000" dirty="0"/>
              <a:t>종속변수</a:t>
            </a:r>
            <a:r>
              <a:rPr lang="en-US" altLang="ko-KR" sz="2000" dirty="0"/>
              <a:t>)</a:t>
            </a:r>
            <a:r>
              <a:rPr lang="ko-KR" altLang="en-US" sz="2000" dirty="0"/>
              <a:t>들이 여러 원인</a:t>
            </a:r>
            <a:r>
              <a:rPr lang="en-US" altLang="ko-KR" sz="2000" dirty="0"/>
              <a:t>(</a:t>
            </a:r>
            <a:r>
              <a:rPr lang="ko-KR" altLang="en-US" sz="2000" dirty="0"/>
              <a:t>독립변수</a:t>
            </a:r>
            <a:r>
              <a:rPr lang="en-US" altLang="ko-KR" sz="2000" dirty="0"/>
              <a:t>)</a:t>
            </a:r>
            <a:r>
              <a:rPr lang="ko-KR" altLang="en-US" sz="2000" dirty="0"/>
              <a:t>들에 의해서 어떻게 영향을 받는지</a:t>
            </a:r>
            <a:r>
              <a:rPr lang="en-US" altLang="ko-KR" sz="2000" dirty="0"/>
              <a:t>, </a:t>
            </a:r>
            <a:r>
              <a:rPr lang="ko-KR" altLang="en-US" sz="2000" dirty="0"/>
              <a:t>음주운전 발생 예측 모델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02B40E-36E6-4A2B-9A22-376190D1B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03" y="2302210"/>
            <a:ext cx="8900833" cy="2670249"/>
          </a:xfrm>
          <a:prstGeom prst="rect">
            <a:avLst/>
          </a:prstGeom>
        </p:spPr>
      </p:pic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3183879-652F-41BC-80F5-E8B1A55CA65F}"/>
              </a:ext>
            </a:extLst>
          </p:cNvPr>
          <p:cNvGrpSpPr/>
          <p:nvPr/>
        </p:nvGrpSpPr>
        <p:grpSpPr>
          <a:xfrm>
            <a:off x="4066944" y="2186068"/>
            <a:ext cx="1546294" cy="2609420"/>
            <a:chOff x="4066944" y="2186068"/>
            <a:chExt cx="1546294" cy="26094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DD7E247A-EFB9-4C4A-A564-B412D0BF1429}"/>
                    </a:ext>
                  </a:extLst>
                </p14:cNvPr>
                <p14:cNvContentPartPr/>
                <p14:nvPr/>
              </p14:nvContentPartPr>
              <p14:xfrm>
                <a:off x="4066944" y="4783968"/>
                <a:ext cx="6480" cy="1152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DD7E247A-EFB9-4C4A-A564-B412D0BF142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948504" y="4562568"/>
                  <a:ext cx="133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3144DB78-EA68-460E-900C-AE7A241D0127}"/>
                    </a:ext>
                  </a:extLst>
                </p14:cNvPr>
                <p14:cNvContentPartPr/>
                <p14:nvPr/>
              </p14:nvContentPartPr>
              <p14:xfrm>
                <a:off x="5600638" y="2186068"/>
                <a:ext cx="12600" cy="648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3144DB78-EA68-460E-900C-AE7A241D012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339998" y="2031988"/>
                  <a:ext cx="377640" cy="29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801CB0-E993-433E-8C3E-F7A3AE1B2104}"/>
              </a:ext>
            </a:extLst>
          </p:cNvPr>
          <p:cNvSpPr txBox="1"/>
          <p:nvPr/>
        </p:nvSpPr>
        <p:spPr>
          <a:xfrm>
            <a:off x="527464" y="5100852"/>
            <a:ext cx="108512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여러 모델을 </a:t>
            </a:r>
            <a:r>
              <a:rPr lang="ko-KR" altLang="en-US" dirty="0" err="1"/>
              <a:t>비교분석하는</a:t>
            </a:r>
            <a:r>
              <a:rPr lang="ko-KR" altLang="en-US" dirty="0"/>
              <a:t> 앙상블 기법을 활용하여 성능을 개선</a:t>
            </a:r>
            <a:r>
              <a:rPr lang="en-US" altLang="ko-KR" dirty="0"/>
              <a:t>(</a:t>
            </a:r>
            <a:r>
              <a:rPr lang="en-US" altLang="ko-KR" dirty="0" err="1"/>
              <a:t>XGboost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딥러닝인</a:t>
            </a:r>
            <a:r>
              <a:rPr lang="ko-KR" altLang="en-US" dirty="0"/>
              <a:t> 경우 </a:t>
            </a:r>
            <a:r>
              <a:rPr lang="ko-KR" altLang="en-US" dirty="0" err="1"/>
              <a:t>하이파라미터를</a:t>
            </a:r>
            <a:r>
              <a:rPr lang="ko-KR" altLang="en-US" dirty="0"/>
              <a:t> 실험하여 최고의 성능을 도출하도록 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의문점으로 예측 결과인 표</a:t>
            </a:r>
            <a:r>
              <a:rPr lang="en-US" altLang="ko-KR" dirty="0"/>
              <a:t>1</a:t>
            </a:r>
            <a:r>
              <a:rPr lang="ko-KR" altLang="en-US" dirty="0"/>
              <a:t>은 행정동명에 따른 예측 음주운전 건수를 계산하였는데 해당 모델에 사용한 </a:t>
            </a:r>
            <a:r>
              <a:rPr lang="en-US" altLang="ko-KR" dirty="0"/>
              <a:t>feature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버스 정류소 개수</a:t>
            </a:r>
            <a:r>
              <a:rPr lang="en-US" altLang="ko-KR" dirty="0"/>
              <a:t>, </a:t>
            </a:r>
            <a:r>
              <a:rPr lang="ko-KR" altLang="en-US" dirty="0"/>
              <a:t>음식점 및 주점 개수</a:t>
            </a:r>
            <a:r>
              <a:rPr lang="en-US" altLang="ko-KR" dirty="0"/>
              <a:t>, </a:t>
            </a:r>
            <a:r>
              <a:rPr lang="ko-KR" altLang="en-US" dirty="0"/>
              <a:t>지하철역 개수</a:t>
            </a:r>
            <a:r>
              <a:rPr lang="en-US" altLang="ko-KR" dirty="0"/>
              <a:t>, </a:t>
            </a:r>
            <a:r>
              <a:rPr lang="ko-KR" altLang="en-US" dirty="0"/>
              <a:t>자동차 소유 대수</a:t>
            </a:r>
            <a:r>
              <a:rPr lang="en-US" altLang="ko-KR" dirty="0"/>
              <a:t>)</a:t>
            </a:r>
            <a:r>
              <a:rPr lang="ko-KR" altLang="en-US" dirty="0"/>
              <a:t>인데 이에 대한 도출이 어떻게 나온 건지 궁금함 </a:t>
            </a:r>
          </a:p>
        </p:txBody>
      </p:sp>
    </p:spTree>
    <p:extLst>
      <p:ext uri="{BB962C8B-B14F-4D97-AF65-F5344CB8AC3E}">
        <p14:creationId xmlns:p14="http://schemas.microsoft.com/office/powerpoint/2010/main" val="158355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4A32-32AA-4CF1-80D6-4DA5F73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6C1AED-B211-45EB-B55B-C06BCE58C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86" y="1510898"/>
            <a:ext cx="10163300" cy="41164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CC8BA701-5588-4B26-A872-3CAE9127722D}"/>
                  </a:ext>
                </a:extLst>
              </p14:cNvPr>
              <p14:cNvContentPartPr/>
              <p14:nvPr/>
            </p14:nvContentPartPr>
            <p14:xfrm>
              <a:off x="5777028" y="1774764"/>
              <a:ext cx="431640" cy="2314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CC8BA701-5588-4B26-A872-3CAE912772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8028" y="1766124"/>
                <a:ext cx="449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22ADD29D-4003-4B35-BA9C-4E9358182C00}"/>
                  </a:ext>
                </a:extLst>
              </p14:cNvPr>
              <p14:cNvContentPartPr/>
              <p14:nvPr/>
            </p14:nvContentPartPr>
            <p14:xfrm>
              <a:off x="821418" y="2131154"/>
              <a:ext cx="4340520" cy="21218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22ADD29D-4003-4B35-BA9C-4E9358182C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778" y="2122514"/>
                <a:ext cx="4358160" cy="21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108CD9C5-04B1-4ACB-BC6E-2136D0A634A2}"/>
                  </a:ext>
                </a:extLst>
              </p14:cNvPr>
              <p14:cNvContentPartPr/>
              <p14:nvPr/>
            </p14:nvContentPartPr>
            <p14:xfrm>
              <a:off x="852762" y="2624932"/>
              <a:ext cx="645480" cy="24552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108CD9C5-04B1-4ACB-BC6E-2136D0A634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3762" y="2616292"/>
                <a:ext cx="6631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D450B90-DE09-460F-AA68-9370F3FD6BD7}"/>
                  </a:ext>
                </a:extLst>
              </p14:cNvPr>
              <p14:cNvContentPartPr/>
              <p14:nvPr/>
            </p14:nvContentPartPr>
            <p14:xfrm>
              <a:off x="5962536" y="4204296"/>
              <a:ext cx="353160" cy="1944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D450B90-DE09-460F-AA68-9370F3FD6B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53896" y="4195656"/>
                <a:ext cx="3708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979D4E4F-5DBE-4452-ABBC-5E01A6EE3F2C}"/>
                  </a:ext>
                </a:extLst>
              </p14:cNvPr>
              <p14:cNvContentPartPr/>
              <p14:nvPr/>
            </p14:nvContentPartPr>
            <p14:xfrm>
              <a:off x="5793696" y="4346496"/>
              <a:ext cx="2504520" cy="1004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979D4E4F-5DBE-4452-ABBC-5E01A6EE3F2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85056" y="4337856"/>
                <a:ext cx="252216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95973EB1-453C-4274-8D9C-5B6E832A8276}"/>
              </a:ext>
            </a:extLst>
          </p:cNvPr>
          <p:cNvGrpSpPr/>
          <p:nvPr/>
        </p:nvGrpSpPr>
        <p:grpSpPr>
          <a:xfrm>
            <a:off x="614974" y="4061332"/>
            <a:ext cx="4759920" cy="2046131"/>
            <a:chOff x="614974" y="4061332"/>
            <a:chExt cx="4759920" cy="204613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E0E40C4-30FA-47CC-A8E3-13D9F6E91285}"/>
                    </a:ext>
                  </a:extLst>
                </p14:cNvPr>
                <p14:cNvContentPartPr/>
                <p14:nvPr/>
              </p14:nvContentPartPr>
              <p14:xfrm>
                <a:off x="4474362" y="4061332"/>
                <a:ext cx="150480" cy="1465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E0E40C4-30FA-47CC-A8E3-13D9F6E912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65362" y="4052692"/>
                  <a:ext cx="168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B65B4FE-711E-4A7D-97FF-C0730A901FE4}"/>
                    </a:ext>
                  </a:extLst>
                </p14:cNvPr>
                <p14:cNvContentPartPr/>
                <p14:nvPr/>
              </p14:nvContentPartPr>
              <p14:xfrm>
                <a:off x="4574802" y="4093732"/>
                <a:ext cx="156240" cy="1306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B65B4FE-711E-4A7D-97FF-C0730A901F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66162" y="4085092"/>
                  <a:ext cx="173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5E52944-CA23-42C6-B1A2-0811AC88475C}"/>
                    </a:ext>
                  </a:extLst>
                </p14:cNvPr>
                <p14:cNvContentPartPr/>
                <p14:nvPr/>
              </p14:nvContentPartPr>
              <p14:xfrm>
                <a:off x="614974" y="4170663"/>
                <a:ext cx="4759920" cy="1936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5E52944-CA23-42C6-B1A2-0811AC8847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5974" y="4162023"/>
                  <a:ext cx="4777560" cy="19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E5C0722-7B45-4280-9B02-DEDEDA8FEAAA}"/>
                    </a:ext>
                  </a:extLst>
                </p14:cNvPr>
                <p14:cNvContentPartPr/>
                <p14:nvPr/>
              </p14:nvContentPartPr>
              <p14:xfrm>
                <a:off x="791374" y="4423383"/>
                <a:ext cx="513000" cy="1821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E5C0722-7B45-4280-9B02-DEDEDA8FEA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2734" y="4414743"/>
                  <a:ext cx="530640" cy="199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E65FE6-1FCA-4827-A646-85CE41CFA3F6}"/>
              </a:ext>
            </a:extLst>
          </p:cNvPr>
          <p:cNvSpPr txBox="1"/>
          <p:nvPr/>
        </p:nvSpPr>
        <p:spPr>
          <a:xfrm>
            <a:off x="275727" y="5785696"/>
            <a:ext cx="11916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공모전 수상작은 공간적 요소로 예측모델을 만들고 시간 요소로 </a:t>
            </a:r>
            <a:r>
              <a:rPr lang="ko-KR" altLang="en-US" dirty="0" err="1"/>
              <a:t>클러스터링하여</a:t>
            </a:r>
            <a:r>
              <a:rPr lang="ko-KR" altLang="en-US" dirty="0"/>
              <a:t> 두가지 타입으로 결론을 작성하였는데</a:t>
            </a:r>
            <a:r>
              <a:rPr lang="en-US" altLang="ko-KR" dirty="0"/>
              <a:t>, </a:t>
            </a:r>
            <a:r>
              <a:rPr lang="ko-KR" altLang="en-US" dirty="0"/>
              <a:t>추후 클러스터링과 상관분석을 기반으로 시간과 공간을 포괄하는 예측 함수로의 발전을 </a:t>
            </a:r>
            <a:r>
              <a:rPr lang="ko-KR" altLang="en-US" dirty="0" err="1"/>
              <a:t>기대해봄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예측모델에 지역과 시간에 따른 모델로 수정할 경우 결과에 대한 시각화 방법 고안</a:t>
            </a:r>
          </a:p>
        </p:txBody>
      </p:sp>
    </p:spTree>
    <p:extLst>
      <p:ext uri="{BB962C8B-B14F-4D97-AF65-F5344CB8AC3E}">
        <p14:creationId xmlns:p14="http://schemas.microsoft.com/office/powerpoint/2010/main" val="285700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4A32-32AA-4CF1-80D6-4DA5F73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A6458-C8B1-469C-9762-771A557E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578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데이터 수집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분석 및 모델링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시각화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4A3D3-B3AE-4244-8732-B146C29BDE01}"/>
              </a:ext>
            </a:extLst>
          </p:cNvPr>
          <p:cNvSpPr txBox="1"/>
          <p:nvPr/>
        </p:nvSpPr>
        <p:spPr>
          <a:xfrm>
            <a:off x="447675" y="498157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지난 개선안 방면 </a:t>
            </a:r>
            <a:r>
              <a:rPr lang="ko-KR" altLang="en-US" dirty="0" err="1"/>
              <a:t>고득점받은</a:t>
            </a:r>
            <a:r>
              <a:rPr lang="ko-KR" altLang="en-US" dirty="0"/>
              <a:t> 제안발표를 분석한 결과</a:t>
            </a:r>
            <a:r>
              <a:rPr lang="en-US" altLang="ko-KR" dirty="0"/>
              <a:t>, </a:t>
            </a:r>
            <a:r>
              <a:rPr lang="ko-KR" altLang="en-US" dirty="0"/>
              <a:t>추후 개선안 작성 시 각 섹션별로 개선사항을 준비하는 게 좋을 듯 싶음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119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E56E94E7223B84F9CA0CB84C4BD83E5" ma:contentTypeVersion="6" ma:contentTypeDescription="새 문서를 만듭니다." ma:contentTypeScope="" ma:versionID="3f2499e2e5b66951712ade0ddffb9d97">
  <xsd:schema xmlns:xsd="http://www.w3.org/2001/XMLSchema" xmlns:xs="http://www.w3.org/2001/XMLSchema" xmlns:p="http://schemas.microsoft.com/office/2006/metadata/properties" xmlns:ns3="227e1b1d-bae3-44b4-b358-284aafb7dad9" targetNamespace="http://schemas.microsoft.com/office/2006/metadata/properties" ma:root="true" ma:fieldsID="8232c1d2c77376b53f2d793e6b8b208a" ns3:_="">
    <xsd:import namespace="227e1b1d-bae3-44b4-b358-284aafb7da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7e1b1d-bae3-44b4-b358-284aafb7da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7e1b1d-bae3-44b4-b358-284aafb7dad9" xsi:nil="true"/>
  </documentManagement>
</p:properties>
</file>

<file path=customXml/itemProps1.xml><?xml version="1.0" encoding="utf-8"?>
<ds:datastoreItem xmlns:ds="http://schemas.openxmlformats.org/officeDocument/2006/customXml" ds:itemID="{FEDDCB3F-E96F-4B53-A651-6DDB7F8B1A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4EDA98-7CF5-4423-B694-4B3A035A6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7e1b1d-bae3-44b4-b358-284aafb7da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F3B504-A5A3-4721-AD7B-66C732CAB79D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227e1b1d-bae3-44b4-b358-284aafb7dad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720</Words>
  <Application>Microsoft Office PowerPoint</Application>
  <PresentationFormat>와이드스크린</PresentationFormat>
  <Paragraphs>83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제안 발표 초안(개별 준비)</vt:lpstr>
      <vt:lpstr>목차  </vt:lpstr>
      <vt:lpstr>서론</vt:lpstr>
      <vt:lpstr>EDA</vt:lpstr>
      <vt:lpstr>데이터 수집</vt:lpstr>
      <vt:lpstr>변수 설명(추후 채워야 함)</vt:lpstr>
      <vt:lpstr>데이터 전처리</vt:lpstr>
      <vt:lpstr>분석기법(모델링) 및 결과</vt:lpstr>
      <vt:lpstr>분석기법(모델링) 및 결과</vt:lpstr>
      <vt:lpstr>분석기법(모델링) 및 결과</vt:lpstr>
      <vt:lpstr>분석기법(모델링) 및 결과</vt:lpstr>
      <vt:lpstr>결론</vt:lpstr>
      <vt:lpstr>개선안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 발표 초안(개별 준비)</dc:title>
  <dc:creator>박유진</dc:creator>
  <cp:lastModifiedBy>박유진</cp:lastModifiedBy>
  <cp:revision>2</cp:revision>
  <dcterms:created xsi:type="dcterms:W3CDTF">2025-03-31T02:13:12Z</dcterms:created>
  <dcterms:modified xsi:type="dcterms:W3CDTF">2025-04-01T11:54:42Z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0x0101004E56E94E7223B84F9CA0CB84C4BD83E5</vt:lpwstr>
  </property>
</Properties>
</file>